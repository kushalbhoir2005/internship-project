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B17668-5786-4708-A8AA-A3470A8662EC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7D20F43-C8E7-4835-839C-3751476493C8}">
      <dgm:prSet/>
      <dgm:spPr/>
      <dgm:t>
        <a:bodyPr/>
        <a:lstStyle/>
        <a:p>
          <a:r>
            <a:rPr lang="en-IN"/>
            <a:t>Load data </a:t>
          </a:r>
        </a:p>
      </dgm:t>
    </dgm:pt>
    <dgm:pt modelId="{075E7C59-0C27-4929-92B6-F479654320C0}" type="parTrans" cxnId="{707EB6F0-31F9-44E5-8990-4B94331569EB}">
      <dgm:prSet/>
      <dgm:spPr/>
      <dgm:t>
        <a:bodyPr/>
        <a:lstStyle/>
        <a:p>
          <a:endParaRPr lang="en-IN"/>
        </a:p>
      </dgm:t>
    </dgm:pt>
    <dgm:pt modelId="{00AD56E2-3878-42BE-8533-2E553B22BD7F}" type="sibTrans" cxnId="{707EB6F0-31F9-44E5-8990-4B94331569EB}">
      <dgm:prSet/>
      <dgm:spPr/>
      <dgm:t>
        <a:bodyPr/>
        <a:lstStyle/>
        <a:p>
          <a:endParaRPr lang="en-IN"/>
        </a:p>
      </dgm:t>
    </dgm:pt>
    <dgm:pt modelId="{0B03751A-3F76-43B4-94C0-2F9F33AA9ECC}">
      <dgm:prSet/>
      <dgm:spPr/>
      <dgm:t>
        <a:bodyPr/>
        <a:lstStyle/>
        <a:p>
          <a:r>
            <a:rPr lang="en-IN" dirty="0"/>
            <a:t>Analys data </a:t>
          </a:r>
        </a:p>
      </dgm:t>
    </dgm:pt>
    <dgm:pt modelId="{4C1F1CDC-8096-42EA-8428-45F093B78C6E}" type="parTrans" cxnId="{C9422670-D042-4CBA-8775-BE50656311C6}">
      <dgm:prSet/>
      <dgm:spPr/>
      <dgm:t>
        <a:bodyPr/>
        <a:lstStyle/>
        <a:p>
          <a:endParaRPr lang="en-IN"/>
        </a:p>
      </dgm:t>
    </dgm:pt>
    <dgm:pt modelId="{FF2C71DF-7FBB-40BA-8AA3-289E5A9F51E2}" type="sibTrans" cxnId="{C9422670-D042-4CBA-8775-BE50656311C6}">
      <dgm:prSet/>
      <dgm:spPr/>
      <dgm:t>
        <a:bodyPr/>
        <a:lstStyle/>
        <a:p>
          <a:endParaRPr lang="en-IN"/>
        </a:p>
      </dgm:t>
    </dgm:pt>
    <dgm:pt modelId="{766DA83A-7086-4CDB-AA46-4080F45C4F50}">
      <dgm:prSet/>
      <dgm:spPr/>
      <dgm:t>
        <a:bodyPr/>
        <a:lstStyle/>
        <a:p>
          <a:r>
            <a:rPr lang="en-IN" dirty="0"/>
            <a:t>Perform EDA</a:t>
          </a:r>
        </a:p>
      </dgm:t>
    </dgm:pt>
    <dgm:pt modelId="{1F752CBB-42F8-4A4B-8754-58B06C15BDBF}" type="parTrans" cxnId="{877D3235-9F80-41FB-A7F7-1C27A1F2CC61}">
      <dgm:prSet/>
      <dgm:spPr/>
      <dgm:t>
        <a:bodyPr/>
        <a:lstStyle/>
        <a:p>
          <a:endParaRPr lang="en-IN"/>
        </a:p>
      </dgm:t>
    </dgm:pt>
    <dgm:pt modelId="{9EAE2674-A30D-4E8E-A161-00BCAAF31FDB}" type="sibTrans" cxnId="{877D3235-9F80-41FB-A7F7-1C27A1F2CC61}">
      <dgm:prSet/>
      <dgm:spPr/>
      <dgm:t>
        <a:bodyPr/>
        <a:lstStyle/>
        <a:p>
          <a:endParaRPr lang="en-IN"/>
        </a:p>
      </dgm:t>
    </dgm:pt>
    <dgm:pt modelId="{51683E56-DD48-404F-885F-BCBF030F2FD9}">
      <dgm:prSet/>
      <dgm:spPr/>
      <dgm:t>
        <a:bodyPr/>
        <a:lstStyle/>
        <a:p>
          <a:r>
            <a:rPr lang="en-IN" dirty="0"/>
            <a:t>Create dashboard</a:t>
          </a:r>
        </a:p>
      </dgm:t>
    </dgm:pt>
    <dgm:pt modelId="{F3BC0A21-F4D6-4FE7-AF69-9E742B148ECB}" type="parTrans" cxnId="{42F2971D-B400-4CE4-8AF0-C034F2C9DF7D}">
      <dgm:prSet/>
      <dgm:spPr/>
      <dgm:t>
        <a:bodyPr/>
        <a:lstStyle/>
        <a:p>
          <a:endParaRPr lang="en-IN"/>
        </a:p>
      </dgm:t>
    </dgm:pt>
    <dgm:pt modelId="{D93C63AF-8D8A-4497-A545-075AD856E5F4}" type="sibTrans" cxnId="{42F2971D-B400-4CE4-8AF0-C034F2C9DF7D}">
      <dgm:prSet/>
      <dgm:spPr/>
      <dgm:t>
        <a:bodyPr/>
        <a:lstStyle/>
        <a:p>
          <a:endParaRPr lang="en-IN"/>
        </a:p>
      </dgm:t>
    </dgm:pt>
    <dgm:pt modelId="{59DB8060-ADFA-4F8D-BAA5-735CDB3BE7F4}">
      <dgm:prSet/>
      <dgm:spPr/>
      <dgm:t>
        <a:bodyPr/>
        <a:lstStyle/>
        <a:p>
          <a:r>
            <a:rPr lang="en-IN" dirty="0"/>
            <a:t>Create New Columns</a:t>
          </a:r>
        </a:p>
      </dgm:t>
    </dgm:pt>
    <dgm:pt modelId="{E8B274DA-3486-480A-A0D5-300620498842}" type="parTrans" cxnId="{6A49070D-DDFB-4097-9B81-02BE5123EA02}">
      <dgm:prSet/>
      <dgm:spPr/>
      <dgm:t>
        <a:bodyPr/>
        <a:lstStyle/>
        <a:p>
          <a:endParaRPr lang="en-IN"/>
        </a:p>
      </dgm:t>
    </dgm:pt>
    <dgm:pt modelId="{FAD073C9-18A3-44E1-A29B-7E78C69EA447}" type="sibTrans" cxnId="{6A49070D-DDFB-4097-9B81-02BE5123EA02}">
      <dgm:prSet/>
      <dgm:spPr/>
      <dgm:t>
        <a:bodyPr/>
        <a:lstStyle/>
        <a:p>
          <a:endParaRPr lang="en-IN"/>
        </a:p>
      </dgm:t>
    </dgm:pt>
    <dgm:pt modelId="{D6C6C1BF-5D68-4502-983B-A45277E1B0A6}" type="pres">
      <dgm:prSet presAssocID="{51B17668-5786-4708-A8AA-A3470A8662EC}" presName="Name0" presStyleCnt="0">
        <dgm:presLayoutVars>
          <dgm:dir/>
          <dgm:resizeHandles val="exact"/>
        </dgm:presLayoutVars>
      </dgm:prSet>
      <dgm:spPr/>
    </dgm:pt>
    <dgm:pt modelId="{188BFAED-09CA-4431-8DFB-D92C7ED7B360}" type="pres">
      <dgm:prSet presAssocID="{51B17668-5786-4708-A8AA-A3470A8662EC}" presName="arrow" presStyleLbl="bgShp" presStyleIdx="0" presStyleCnt="1"/>
      <dgm:spPr/>
    </dgm:pt>
    <dgm:pt modelId="{8DAD7C98-0579-41C3-AC8C-6C0DB1A77A39}" type="pres">
      <dgm:prSet presAssocID="{51B17668-5786-4708-A8AA-A3470A8662EC}" presName="points" presStyleCnt="0"/>
      <dgm:spPr/>
    </dgm:pt>
    <dgm:pt modelId="{5A070669-117B-4D7B-BCD0-2675CCA28BDC}" type="pres">
      <dgm:prSet presAssocID="{07D20F43-C8E7-4835-839C-3751476493C8}" presName="compositeA" presStyleCnt="0"/>
      <dgm:spPr/>
    </dgm:pt>
    <dgm:pt modelId="{2750CA4E-FB7B-47E9-A45F-F9299D2DB918}" type="pres">
      <dgm:prSet presAssocID="{07D20F43-C8E7-4835-839C-3751476493C8}" presName="textA" presStyleLbl="revTx" presStyleIdx="0" presStyleCnt="5">
        <dgm:presLayoutVars>
          <dgm:bulletEnabled val="1"/>
        </dgm:presLayoutVars>
      </dgm:prSet>
      <dgm:spPr/>
    </dgm:pt>
    <dgm:pt modelId="{66334562-4755-461D-B174-9442D52C3FCC}" type="pres">
      <dgm:prSet presAssocID="{07D20F43-C8E7-4835-839C-3751476493C8}" presName="circleA" presStyleLbl="node1" presStyleIdx="0" presStyleCnt="5"/>
      <dgm:spPr/>
    </dgm:pt>
    <dgm:pt modelId="{112A942B-7349-4FBE-A884-0B81DD505B8E}" type="pres">
      <dgm:prSet presAssocID="{07D20F43-C8E7-4835-839C-3751476493C8}" presName="spaceA" presStyleCnt="0"/>
      <dgm:spPr/>
    </dgm:pt>
    <dgm:pt modelId="{B1707F36-7336-4C20-A6FE-18302EEED84F}" type="pres">
      <dgm:prSet presAssocID="{00AD56E2-3878-42BE-8533-2E553B22BD7F}" presName="space" presStyleCnt="0"/>
      <dgm:spPr/>
    </dgm:pt>
    <dgm:pt modelId="{1CE9B10D-1886-454A-88B3-46AE8B79419E}" type="pres">
      <dgm:prSet presAssocID="{0B03751A-3F76-43B4-94C0-2F9F33AA9ECC}" presName="compositeB" presStyleCnt="0"/>
      <dgm:spPr/>
    </dgm:pt>
    <dgm:pt modelId="{0A8A14BF-2385-4C16-B6FC-EB690A5BBA69}" type="pres">
      <dgm:prSet presAssocID="{0B03751A-3F76-43B4-94C0-2F9F33AA9ECC}" presName="textB" presStyleLbl="revTx" presStyleIdx="1" presStyleCnt="5">
        <dgm:presLayoutVars>
          <dgm:bulletEnabled val="1"/>
        </dgm:presLayoutVars>
      </dgm:prSet>
      <dgm:spPr/>
    </dgm:pt>
    <dgm:pt modelId="{4457F846-7E66-4ABD-B6B9-09A4D0F9373D}" type="pres">
      <dgm:prSet presAssocID="{0B03751A-3F76-43B4-94C0-2F9F33AA9ECC}" presName="circleB" presStyleLbl="node1" presStyleIdx="1" presStyleCnt="5"/>
      <dgm:spPr/>
    </dgm:pt>
    <dgm:pt modelId="{D65D451A-4DF7-4508-8637-9B799163FED3}" type="pres">
      <dgm:prSet presAssocID="{0B03751A-3F76-43B4-94C0-2F9F33AA9ECC}" presName="spaceB" presStyleCnt="0"/>
      <dgm:spPr/>
    </dgm:pt>
    <dgm:pt modelId="{BF3ADB5D-7E1B-46D1-B2B1-FD1D5F8DA69D}" type="pres">
      <dgm:prSet presAssocID="{FF2C71DF-7FBB-40BA-8AA3-289E5A9F51E2}" presName="space" presStyleCnt="0"/>
      <dgm:spPr/>
    </dgm:pt>
    <dgm:pt modelId="{70C1FD0B-9B15-4D60-96DC-F55742214744}" type="pres">
      <dgm:prSet presAssocID="{766DA83A-7086-4CDB-AA46-4080F45C4F50}" presName="compositeA" presStyleCnt="0"/>
      <dgm:spPr/>
    </dgm:pt>
    <dgm:pt modelId="{D58D7BFE-3AF8-4C5F-B07A-05055933A233}" type="pres">
      <dgm:prSet presAssocID="{766DA83A-7086-4CDB-AA46-4080F45C4F50}" presName="textA" presStyleLbl="revTx" presStyleIdx="2" presStyleCnt="5" custLinFactY="50000" custLinFactNeighborX="98773" custLinFactNeighborY="100000">
        <dgm:presLayoutVars>
          <dgm:bulletEnabled val="1"/>
        </dgm:presLayoutVars>
      </dgm:prSet>
      <dgm:spPr/>
    </dgm:pt>
    <dgm:pt modelId="{D6C54DAA-24AD-43B7-847A-B5242B33BDDE}" type="pres">
      <dgm:prSet presAssocID="{766DA83A-7086-4CDB-AA46-4080F45C4F50}" presName="circleA" presStyleLbl="node1" presStyleIdx="2" presStyleCnt="5"/>
      <dgm:spPr/>
    </dgm:pt>
    <dgm:pt modelId="{104063B7-0424-43B8-8426-937514A41F0C}" type="pres">
      <dgm:prSet presAssocID="{766DA83A-7086-4CDB-AA46-4080F45C4F50}" presName="spaceA" presStyleCnt="0"/>
      <dgm:spPr/>
    </dgm:pt>
    <dgm:pt modelId="{173F2898-E693-4FFE-99AC-CDD38EEDBF2B}" type="pres">
      <dgm:prSet presAssocID="{9EAE2674-A30D-4E8E-A161-00BCAAF31FDB}" presName="space" presStyleCnt="0"/>
      <dgm:spPr/>
    </dgm:pt>
    <dgm:pt modelId="{33EFE92C-D584-4ED6-98BF-3915F5121F03}" type="pres">
      <dgm:prSet presAssocID="{51683E56-DD48-404F-885F-BCBF030F2FD9}" presName="compositeB" presStyleCnt="0"/>
      <dgm:spPr/>
    </dgm:pt>
    <dgm:pt modelId="{00C49AE1-0ED7-4820-81ED-61EA70EAB098}" type="pres">
      <dgm:prSet presAssocID="{51683E56-DD48-404F-885F-BCBF030F2FD9}" presName="textB" presStyleLbl="revTx" presStyleIdx="3" presStyleCnt="5" custLinFactY="-50000" custLinFactNeighborX="98955" custLinFactNeighborY="-100000">
        <dgm:presLayoutVars>
          <dgm:bulletEnabled val="1"/>
        </dgm:presLayoutVars>
      </dgm:prSet>
      <dgm:spPr/>
    </dgm:pt>
    <dgm:pt modelId="{256C1CCF-8917-4FE7-BAB6-BF32E85D52E9}" type="pres">
      <dgm:prSet presAssocID="{51683E56-DD48-404F-885F-BCBF030F2FD9}" presName="circleB" presStyleLbl="node1" presStyleIdx="3" presStyleCnt="5"/>
      <dgm:spPr/>
    </dgm:pt>
    <dgm:pt modelId="{1829A435-A959-4784-9B92-2670978418CD}" type="pres">
      <dgm:prSet presAssocID="{51683E56-DD48-404F-885F-BCBF030F2FD9}" presName="spaceB" presStyleCnt="0"/>
      <dgm:spPr/>
    </dgm:pt>
    <dgm:pt modelId="{04A75EB2-D2EE-4EA8-ACB3-B9E753FE90B5}" type="pres">
      <dgm:prSet presAssocID="{D93C63AF-8D8A-4497-A545-075AD856E5F4}" presName="space" presStyleCnt="0"/>
      <dgm:spPr/>
    </dgm:pt>
    <dgm:pt modelId="{E0349CA1-2B2B-4619-9E3B-772E0CC2CD09}" type="pres">
      <dgm:prSet presAssocID="{59DB8060-ADFA-4F8D-BAA5-735CDB3BE7F4}" presName="compositeA" presStyleCnt="0"/>
      <dgm:spPr/>
    </dgm:pt>
    <dgm:pt modelId="{50CAFA7C-8902-4087-872B-95B1EB5C79FD}" type="pres">
      <dgm:prSet presAssocID="{59DB8060-ADFA-4F8D-BAA5-735CDB3BE7F4}" presName="textA" presStyleLbl="revTx" presStyleIdx="4" presStyleCnt="5" custScaleX="122862" custLinFactX="-100000" custLinFactNeighborX="-111227">
        <dgm:presLayoutVars>
          <dgm:bulletEnabled val="1"/>
        </dgm:presLayoutVars>
      </dgm:prSet>
      <dgm:spPr/>
    </dgm:pt>
    <dgm:pt modelId="{3ACF9A6C-BD20-442D-B031-02AA42049741}" type="pres">
      <dgm:prSet presAssocID="{59DB8060-ADFA-4F8D-BAA5-735CDB3BE7F4}" presName="circleA" presStyleLbl="node1" presStyleIdx="4" presStyleCnt="5"/>
      <dgm:spPr/>
    </dgm:pt>
    <dgm:pt modelId="{0BE9A63A-83E6-4FB8-A7EB-59F78D54D4EC}" type="pres">
      <dgm:prSet presAssocID="{59DB8060-ADFA-4F8D-BAA5-735CDB3BE7F4}" presName="spaceA" presStyleCnt="0"/>
      <dgm:spPr/>
    </dgm:pt>
  </dgm:ptLst>
  <dgm:cxnLst>
    <dgm:cxn modelId="{6A49070D-DDFB-4097-9B81-02BE5123EA02}" srcId="{51B17668-5786-4708-A8AA-A3470A8662EC}" destId="{59DB8060-ADFA-4F8D-BAA5-735CDB3BE7F4}" srcOrd="4" destOrd="0" parTransId="{E8B274DA-3486-480A-A0D5-300620498842}" sibTransId="{FAD073C9-18A3-44E1-A29B-7E78C69EA447}"/>
    <dgm:cxn modelId="{20E23012-1EB3-45EC-8BDF-1B4573FD8EF6}" type="presOf" srcId="{0B03751A-3F76-43B4-94C0-2F9F33AA9ECC}" destId="{0A8A14BF-2385-4C16-B6FC-EB690A5BBA69}" srcOrd="0" destOrd="0" presId="urn:microsoft.com/office/officeart/2005/8/layout/hProcess11"/>
    <dgm:cxn modelId="{42F2971D-B400-4CE4-8AF0-C034F2C9DF7D}" srcId="{51B17668-5786-4708-A8AA-A3470A8662EC}" destId="{51683E56-DD48-404F-885F-BCBF030F2FD9}" srcOrd="3" destOrd="0" parTransId="{F3BC0A21-F4D6-4FE7-AF69-9E742B148ECB}" sibTransId="{D93C63AF-8D8A-4497-A545-075AD856E5F4}"/>
    <dgm:cxn modelId="{877D3235-9F80-41FB-A7F7-1C27A1F2CC61}" srcId="{51B17668-5786-4708-A8AA-A3470A8662EC}" destId="{766DA83A-7086-4CDB-AA46-4080F45C4F50}" srcOrd="2" destOrd="0" parTransId="{1F752CBB-42F8-4A4B-8754-58B06C15BDBF}" sibTransId="{9EAE2674-A30D-4E8E-A161-00BCAAF31FDB}"/>
    <dgm:cxn modelId="{C9422670-D042-4CBA-8775-BE50656311C6}" srcId="{51B17668-5786-4708-A8AA-A3470A8662EC}" destId="{0B03751A-3F76-43B4-94C0-2F9F33AA9ECC}" srcOrd="1" destOrd="0" parTransId="{4C1F1CDC-8096-42EA-8428-45F093B78C6E}" sibTransId="{FF2C71DF-7FBB-40BA-8AA3-289E5A9F51E2}"/>
    <dgm:cxn modelId="{23F7AE53-DAE0-48C6-B657-621C165A694F}" type="presOf" srcId="{766DA83A-7086-4CDB-AA46-4080F45C4F50}" destId="{D58D7BFE-3AF8-4C5F-B07A-05055933A233}" srcOrd="0" destOrd="0" presId="urn:microsoft.com/office/officeart/2005/8/layout/hProcess11"/>
    <dgm:cxn modelId="{AE906474-3755-4BC7-B909-1D364D470C4F}" type="presOf" srcId="{51B17668-5786-4708-A8AA-A3470A8662EC}" destId="{D6C6C1BF-5D68-4502-983B-A45277E1B0A6}" srcOrd="0" destOrd="0" presId="urn:microsoft.com/office/officeart/2005/8/layout/hProcess11"/>
    <dgm:cxn modelId="{67EE0682-E408-412B-A78A-C72828EDF39E}" type="presOf" srcId="{59DB8060-ADFA-4F8D-BAA5-735CDB3BE7F4}" destId="{50CAFA7C-8902-4087-872B-95B1EB5C79FD}" srcOrd="0" destOrd="0" presId="urn:microsoft.com/office/officeart/2005/8/layout/hProcess11"/>
    <dgm:cxn modelId="{9B965EAA-55E4-43FA-BE14-F40B5980BF13}" type="presOf" srcId="{51683E56-DD48-404F-885F-BCBF030F2FD9}" destId="{00C49AE1-0ED7-4820-81ED-61EA70EAB098}" srcOrd="0" destOrd="0" presId="urn:microsoft.com/office/officeart/2005/8/layout/hProcess11"/>
    <dgm:cxn modelId="{A60627AD-B10F-4D43-AB0B-B6141DE569EA}" type="presOf" srcId="{07D20F43-C8E7-4835-839C-3751476493C8}" destId="{2750CA4E-FB7B-47E9-A45F-F9299D2DB918}" srcOrd="0" destOrd="0" presId="urn:microsoft.com/office/officeart/2005/8/layout/hProcess11"/>
    <dgm:cxn modelId="{707EB6F0-31F9-44E5-8990-4B94331569EB}" srcId="{51B17668-5786-4708-A8AA-A3470A8662EC}" destId="{07D20F43-C8E7-4835-839C-3751476493C8}" srcOrd="0" destOrd="0" parTransId="{075E7C59-0C27-4929-92B6-F479654320C0}" sibTransId="{00AD56E2-3878-42BE-8533-2E553B22BD7F}"/>
    <dgm:cxn modelId="{32D6359D-612A-4F98-8524-371734A60A64}" type="presParOf" srcId="{D6C6C1BF-5D68-4502-983B-A45277E1B0A6}" destId="{188BFAED-09CA-4431-8DFB-D92C7ED7B360}" srcOrd="0" destOrd="0" presId="urn:microsoft.com/office/officeart/2005/8/layout/hProcess11"/>
    <dgm:cxn modelId="{CB1236F5-57B5-4CC9-8178-48BBA2CDE627}" type="presParOf" srcId="{D6C6C1BF-5D68-4502-983B-A45277E1B0A6}" destId="{8DAD7C98-0579-41C3-AC8C-6C0DB1A77A39}" srcOrd="1" destOrd="0" presId="urn:microsoft.com/office/officeart/2005/8/layout/hProcess11"/>
    <dgm:cxn modelId="{7A2B76FF-29BB-4B50-8B29-0283D15BBDF1}" type="presParOf" srcId="{8DAD7C98-0579-41C3-AC8C-6C0DB1A77A39}" destId="{5A070669-117B-4D7B-BCD0-2675CCA28BDC}" srcOrd="0" destOrd="0" presId="urn:microsoft.com/office/officeart/2005/8/layout/hProcess11"/>
    <dgm:cxn modelId="{2D46F49A-8F86-45BE-8D1A-1E8288F6AE8C}" type="presParOf" srcId="{5A070669-117B-4D7B-BCD0-2675CCA28BDC}" destId="{2750CA4E-FB7B-47E9-A45F-F9299D2DB918}" srcOrd="0" destOrd="0" presId="urn:microsoft.com/office/officeart/2005/8/layout/hProcess11"/>
    <dgm:cxn modelId="{C78A40C0-9D4B-4153-A947-A5CF9D44F74C}" type="presParOf" srcId="{5A070669-117B-4D7B-BCD0-2675CCA28BDC}" destId="{66334562-4755-461D-B174-9442D52C3FCC}" srcOrd="1" destOrd="0" presId="urn:microsoft.com/office/officeart/2005/8/layout/hProcess11"/>
    <dgm:cxn modelId="{34AAA662-F898-4F55-83F8-C38B8E5A7274}" type="presParOf" srcId="{5A070669-117B-4D7B-BCD0-2675CCA28BDC}" destId="{112A942B-7349-4FBE-A884-0B81DD505B8E}" srcOrd="2" destOrd="0" presId="urn:microsoft.com/office/officeart/2005/8/layout/hProcess11"/>
    <dgm:cxn modelId="{E445D2E1-FEAC-457D-9A7E-F8561F268AC5}" type="presParOf" srcId="{8DAD7C98-0579-41C3-AC8C-6C0DB1A77A39}" destId="{B1707F36-7336-4C20-A6FE-18302EEED84F}" srcOrd="1" destOrd="0" presId="urn:microsoft.com/office/officeart/2005/8/layout/hProcess11"/>
    <dgm:cxn modelId="{619EB23B-8B93-44F8-A3C4-B8B875E672B4}" type="presParOf" srcId="{8DAD7C98-0579-41C3-AC8C-6C0DB1A77A39}" destId="{1CE9B10D-1886-454A-88B3-46AE8B79419E}" srcOrd="2" destOrd="0" presId="urn:microsoft.com/office/officeart/2005/8/layout/hProcess11"/>
    <dgm:cxn modelId="{C193D321-8102-44D1-AAE7-6F28E25776F4}" type="presParOf" srcId="{1CE9B10D-1886-454A-88B3-46AE8B79419E}" destId="{0A8A14BF-2385-4C16-B6FC-EB690A5BBA69}" srcOrd="0" destOrd="0" presId="urn:microsoft.com/office/officeart/2005/8/layout/hProcess11"/>
    <dgm:cxn modelId="{F1347815-7CB8-497A-9E8C-7BE2E4502BFF}" type="presParOf" srcId="{1CE9B10D-1886-454A-88B3-46AE8B79419E}" destId="{4457F846-7E66-4ABD-B6B9-09A4D0F9373D}" srcOrd="1" destOrd="0" presId="urn:microsoft.com/office/officeart/2005/8/layout/hProcess11"/>
    <dgm:cxn modelId="{8749B780-6536-4DD3-A17E-FF9542B2B9BC}" type="presParOf" srcId="{1CE9B10D-1886-454A-88B3-46AE8B79419E}" destId="{D65D451A-4DF7-4508-8637-9B799163FED3}" srcOrd="2" destOrd="0" presId="urn:microsoft.com/office/officeart/2005/8/layout/hProcess11"/>
    <dgm:cxn modelId="{48B0238D-1C9A-4F36-9925-25085E316D42}" type="presParOf" srcId="{8DAD7C98-0579-41C3-AC8C-6C0DB1A77A39}" destId="{BF3ADB5D-7E1B-46D1-B2B1-FD1D5F8DA69D}" srcOrd="3" destOrd="0" presId="urn:microsoft.com/office/officeart/2005/8/layout/hProcess11"/>
    <dgm:cxn modelId="{F9B2B9B8-2DA0-4776-AC61-4F207E03468F}" type="presParOf" srcId="{8DAD7C98-0579-41C3-AC8C-6C0DB1A77A39}" destId="{70C1FD0B-9B15-4D60-96DC-F55742214744}" srcOrd="4" destOrd="0" presId="urn:microsoft.com/office/officeart/2005/8/layout/hProcess11"/>
    <dgm:cxn modelId="{82D2B7C6-2C29-415F-804C-B3883269C847}" type="presParOf" srcId="{70C1FD0B-9B15-4D60-96DC-F55742214744}" destId="{D58D7BFE-3AF8-4C5F-B07A-05055933A233}" srcOrd="0" destOrd="0" presId="urn:microsoft.com/office/officeart/2005/8/layout/hProcess11"/>
    <dgm:cxn modelId="{AB425776-71E1-4382-B291-4BB92FA5A538}" type="presParOf" srcId="{70C1FD0B-9B15-4D60-96DC-F55742214744}" destId="{D6C54DAA-24AD-43B7-847A-B5242B33BDDE}" srcOrd="1" destOrd="0" presId="urn:microsoft.com/office/officeart/2005/8/layout/hProcess11"/>
    <dgm:cxn modelId="{1C8A0CE1-151C-4897-9000-D80BD85C3791}" type="presParOf" srcId="{70C1FD0B-9B15-4D60-96DC-F55742214744}" destId="{104063B7-0424-43B8-8426-937514A41F0C}" srcOrd="2" destOrd="0" presId="urn:microsoft.com/office/officeart/2005/8/layout/hProcess11"/>
    <dgm:cxn modelId="{472F7DDB-557D-472E-9E44-C4F7BE542F0D}" type="presParOf" srcId="{8DAD7C98-0579-41C3-AC8C-6C0DB1A77A39}" destId="{173F2898-E693-4FFE-99AC-CDD38EEDBF2B}" srcOrd="5" destOrd="0" presId="urn:microsoft.com/office/officeart/2005/8/layout/hProcess11"/>
    <dgm:cxn modelId="{9052933F-3B63-4043-BBE0-63C3B222EF73}" type="presParOf" srcId="{8DAD7C98-0579-41C3-AC8C-6C0DB1A77A39}" destId="{33EFE92C-D584-4ED6-98BF-3915F5121F03}" srcOrd="6" destOrd="0" presId="urn:microsoft.com/office/officeart/2005/8/layout/hProcess11"/>
    <dgm:cxn modelId="{AB3928F5-B81E-456D-85B1-647C43D4CC68}" type="presParOf" srcId="{33EFE92C-D584-4ED6-98BF-3915F5121F03}" destId="{00C49AE1-0ED7-4820-81ED-61EA70EAB098}" srcOrd="0" destOrd="0" presId="urn:microsoft.com/office/officeart/2005/8/layout/hProcess11"/>
    <dgm:cxn modelId="{02A9510C-F834-4041-960F-501BBDB82B69}" type="presParOf" srcId="{33EFE92C-D584-4ED6-98BF-3915F5121F03}" destId="{256C1CCF-8917-4FE7-BAB6-BF32E85D52E9}" srcOrd="1" destOrd="0" presId="urn:microsoft.com/office/officeart/2005/8/layout/hProcess11"/>
    <dgm:cxn modelId="{51FE4E4C-82E9-454D-BE2E-8CC14B26E6AB}" type="presParOf" srcId="{33EFE92C-D584-4ED6-98BF-3915F5121F03}" destId="{1829A435-A959-4784-9B92-2670978418CD}" srcOrd="2" destOrd="0" presId="urn:microsoft.com/office/officeart/2005/8/layout/hProcess11"/>
    <dgm:cxn modelId="{678A8BAF-0E7E-44BA-9D51-F2210680ABA2}" type="presParOf" srcId="{8DAD7C98-0579-41C3-AC8C-6C0DB1A77A39}" destId="{04A75EB2-D2EE-4EA8-ACB3-B9E753FE90B5}" srcOrd="7" destOrd="0" presId="urn:microsoft.com/office/officeart/2005/8/layout/hProcess11"/>
    <dgm:cxn modelId="{B334694A-2B34-4862-80A4-B55D9DC833DB}" type="presParOf" srcId="{8DAD7C98-0579-41C3-AC8C-6C0DB1A77A39}" destId="{E0349CA1-2B2B-4619-9E3B-772E0CC2CD09}" srcOrd="8" destOrd="0" presId="urn:microsoft.com/office/officeart/2005/8/layout/hProcess11"/>
    <dgm:cxn modelId="{55AFF708-33B3-495C-BAEC-33E37F1DF843}" type="presParOf" srcId="{E0349CA1-2B2B-4619-9E3B-772E0CC2CD09}" destId="{50CAFA7C-8902-4087-872B-95B1EB5C79FD}" srcOrd="0" destOrd="0" presId="urn:microsoft.com/office/officeart/2005/8/layout/hProcess11"/>
    <dgm:cxn modelId="{308CD2C4-9DA6-4F86-BC90-6A0C5A0B58A6}" type="presParOf" srcId="{E0349CA1-2B2B-4619-9E3B-772E0CC2CD09}" destId="{3ACF9A6C-BD20-442D-B031-02AA42049741}" srcOrd="1" destOrd="0" presId="urn:microsoft.com/office/officeart/2005/8/layout/hProcess11"/>
    <dgm:cxn modelId="{2087BDF7-E162-4DB5-93A1-A1AB8CB50B90}" type="presParOf" srcId="{E0349CA1-2B2B-4619-9E3B-772E0CC2CD09}" destId="{0BE9A63A-83E6-4FB8-A7EB-59F78D54D4EC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B17668-5786-4708-A8AA-A3470A8662EC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7D20F43-C8E7-4835-839C-3751476493C8}">
      <dgm:prSet/>
      <dgm:spPr/>
      <dgm:t>
        <a:bodyPr/>
        <a:lstStyle/>
        <a:p>
          <a:r>
            <a:rPr lang="en-IN"/>
            <a:t>Load data </a:t>
          </a:r>
        </a:p>
      </dgm:t>
    </dgm:pt>
    <dgm:pt modelId="{075E7C59-0C27-4929-92B6-F479654320C0}" type="parTrans" cxnId="{707EB6F0-31F9-44E5-8990-4B94331569EB}">
      <dgm:prSet/>
      <dgm:spPr/>
      <dgm:t>
        <a:bodyPr/>
        <a:lstStyle/>
        <a:p>
          <a:endParaRPr lang="en-IN"/>
        </a:p>
      </dgm:t>
    </dgm:pt>
    <dgm:pt modelId="{00AD56E2-3878-42BE-8533-2E553B22BD7F}" type="sibTrans" cxnId="{707EB6F0-31F9-44E5-8990-4B94331569EB}">
      <dgm:prSet/>
      <dgm:spPr/>
      <dgm:t>
        <a:bodyPr/>
        <a:lstStyle/>
        <a:p>
          <a:endParaRPr lang="en-IN"/>
        </a:p>
      </dgm:t>
    </dgm:pt>
    <dgm:pt modelId="{0B03751A-3F76-43B4-94C0-2F9F33AA9ECC}">
      <dgm:prSet/>
      <dgm:spPr/>
      <dgm:t>
        <a:bodyPr/>
        <a:lstStyle/>
        <a:p>
          <a:r>
            <a:rPr lang="en-IN" dirty="0"/>
            <a:t>Analys data </a:t>
          </a:r>
        </a:p>
      </dgm:t>
    </dgm:pt>
    <dgm:pt modelId="{4C1F1CDC-8096-42EA-8428-45F093B78C6E}" type="parTrans" cxnId="{C9422670-D042-4CBA-8775-BE50656311C6}">
      <dgm:prSet/>
      <dgm:spPr/>
      <dgm:t>
        <a:bodyPr/>
        <a:lstStyle/>
        <a:p>
          <a:endParaRPr lang="en-IN"/>
        </a:p>
      </dgm:t>
    </dgm:pt>
    <dgm:pt modelId="{FF2C71DF-7FBB-40BA-8AA3-289E5A9F51E2}" type="sibTrans" cxnId="{C9422670-D042-4CBA-8775-BE50656311C6}">
      <dgm:prSet/>
      <dgm:spPr/>
      <dgm:t>
        <a:bodyPr/>
        <a:lstStyle/>
        <a:p>
          <a:endParaRPr lang="en-IN"/>
        </a:p>
      </dgm:t>
    </dgm:pt>
    <dgm:pt modelId="{766DA83A-7086-4CDB-AA46-4080F45C4F50}">
      <dgm:prSet/>
      <dgm:spPr/>
      <dgm:t>
        <a:bodyPr/>
        <a:lstStyle/>
        <a:p>
          <a:r>
            <a:rPr lang="en-IN" dirty="0"/>
            <a:t>Perform EDA</a:t>
          </a:r>
        </a:p>
      </dgm:t>
    </dgm:pt>
    <dgm:pt modelId="{1F752CBB-42F8-4A4B-8754-58B06C15BDBF}" type="parTrans" cxnId="{877D3235-9F80-41FB-A7F7-1C27A1F2CC61}">
      <dgm:prSet/>
      <dgm:spPr/>
      <dgm:t>
        <a:bodyPr/>
        <a:lstStyle/>
        <a:p>
          <a:endParaRPr lang="en-IN"/>
        </a:p>
      </dgm:t>
    </dgm:pt>
    <dgm:pt modelId="{9EAE2674-A30D-4E8E-A161-00BCAAF31FDB}" type="sibTrans" cxnId="{877D3235-9F80-41FB-A7F7-1C27A1F2CC61}">
      <dgm:prSet/>
      <dgm:spPr/>
      <dgm:t>
        <a:bodyPr/>
        <a:lstStyle/>
        <a:p>
          <a:endParaRPr lang="en-IN"/>
        </a:p>
      </dgm:t>
    </dgm:pt>
    <dgm:pt modelId="{51683E56-DD48-404F-885F-BCBF030F2FD9}">
      <dgm:prSet/>
      <dgm:spPr/>
      <dgm:t>
        <a:bodyPr/>
        <a:lstStyle/>
        <a:p>
          <a:r>
            <a:rPr lang="en-IN" dirty="0"/>
            <a:t>Create dashboard</a:t>
          </a:r>
        </a:p>
      </dgm:t>
    </dgm:pt>
    <dgm:pt modelId="{F3BC0A21-F4D6-4FE7-AF69-9E742B148ECB}" type="parTrans" cxnId="{42F2971D-B400-4CE4-8AF0-C034F2C9DF7D}">
      <dgm:prSet/>
      <dgm:spPr/>
      <dgm:t>
        <a:bodyPr/>
        <a:lstStyle/>
        <a:p>
          <a:endParaRPr lang="en-IN"/>
        </a:p>
      </dgm:t>
    </dgm:pt>
    <dgm:pt modelId="{D93C63AF-8D8A-4497-A545-075AD856E5F4}" type="sibTrans" cxnId="{42F2971D-B400-4CE4-8AF0-C034F2C9DF7D}">
      <dgm:prSet/>
      <dgm:spPr/>
      <dgm:t>
        <a:bodyPr/>
        <a:lstStyle/>
        <a:p>
          <a:endParaRPr lang="en-IN"/>
        </a:p>
      </dgm:t>
    </dgm:pt>
    <dgm:pt modelId="{59DB8060-ADFA-4F8D-BAA5-735CDB3BE7F4}">
      <dgm:prSet/>
      <dgm:spPr/>
      <dgm:t>
        <a:bodyPr/>
        <a:lstStyle/>
        <a:p>
          <a:r>
            <a:rPr lang="en-IN" dirty="0"/>
            <a:t>Create New Columns</a:t>
          </a:r>
        </a:p>
      </dgm:t>
    </dgm:pt>
    <dgm:pt modelId="{E8B274DA-3486-480A-A0D5-300620498842}" type="parTrans" cxnId="{6A49070D-DDFB-4097-9B81-02BE5123EA02}">
      <dgm:prSet/>
      <dgm:spPr/>
      <dgm:t>
        <a:bodyPr/>
        <a:lstStyle/>
        <a:p>
          <a:endParaRPr lang="en-IN"/>
        </a:p>
      </dgm:t>
    </dgm:pt>
    <dgm:pt modelId="{FAD073C9-18A3-44E1-A29B-7E78C69EA447}" type="sibTrans" cxnId="{6A49070D-DDFB-4097-9B81-02BE5123EA02}">
      <dgm:prSet/>
      <dgm:spPr/>
      <dgm:t>
        <a:bodyPr/>
        <a:lstStyle/>
        <a:p>
          <a:endParaRPr lang="en-IN"/>
        </a:p>
      </dgm:t>
    </dgm:pt>
    <dgm:pt modelId="{D6C6C1BF-5D68-4502-983B-A45277E1B0A6}" type="pres">
      <dgm:prSet presAssocID="{51B17668-5786-4708-A8AA-A3470A8662EC}" presName="Name0" presStyleCnt="0">
        <dgm:presLayoutVars>
          <dgm:dir/>
          <dgm:resizeHandles val="exact"/>
        </dgm:presLayoutVars>
      </dgm:prSet>
      <dgm:spPr/>
    </dgm:pt>
    <dgm:pt modelId="{188BFAED-09CA-4431-8DFB-D92C7ED7B360}" type="pres">
      <dgm:prSet presAssocID="{51B17668-5786-4708-A8AA-A3470A8662EC}" presName="arrow" presStyleLbl="bgShp" presStyleIdx="0" presStyleCnt="1"/>
      <dgm:spPr/>
    </dgm:pt>
    <dgm:pt modelId="{8DAD7C98-0579-41C3-AC8C-6C0DB1A77A39}" type="pres">
      <dgm:prSet presAssocID="{51B17668-5786-4708-A8AA-A3470A8662EC}" presName="points" presStyleCnt="0"/>
      <dgm:spPr/>
    </dgm:pt>
    <dgm:pt modelId="{5A070669-117B-4D7B-BCD0-2675CCA28BDC}" type="pres">
      <dgm:prSet presAssocID="{07D20F43-C8E7-4835-839C-3751476493C8}" presName="compositeA" presStyleCnt="0"/>
      <dgm:spPr/>
    </dgm:pt>
    <dgm:pt modelId="{2750CA4E-FB7B-47E9-A45F-F9299D2DB918}" type="pres">
      <dgm:prSet presAssocID="{07D20F43-C8E7-4835-839C-3751476493C8}" presName="textA" presStyleLbl="revTx" presStyleIdx="0" presStyleCnt="5">
        <dgm:presLayoutVars>
          <dgm:bulletEnabled val="1"/>
        </dgm:presLayoutVars>
      </dgm:prSet>
      <dgm:spPr/>
    </dgm:pt>
    <dgm:pt modelId="{66334562-4755-461D-B174-9442D52C3FCC}" type="pres">
      <dgm:prSet presAssocID="{07D20F43-C8E7-4835-839C-3751476493C8}" presName="circleA" presStyleLbl="node1" presStyleIdx="0" presStyleCnt="5"/>
      <dgm:spPr/>
    </dgm:pt>
    <dgm:pt modelId="{112A942B-7349-4FBE-A884-0B81DD505B8E}" type="pres">
      <dgm:prSet presAssocID="{07D20F43-C8E7-4835-839C-3751476493C8}" presName="spaceA" presStyleCnt="0"/>
      <dgm:spPr/>
    </dgm:pt>
    <dgm:pt modelId="{B1707F36-7336-4C20-A6FE-18302EEED84F}" type="pres">
      <dgm:prSet presAssocID="{00AD56E2-3878-42BE-8533-2E553B22BD7F}" presName="space" presStyleCnt="0"/>
      <dgm:spPr/>
    </dgm:pt>
    <dgm:pt modelId="{1CE9B10D-1886-454A-88B3-46AE8B79419E}" type="pres">
      <dgm:prSet presAssocID="{0B03751A-3F76-43B4-94C0-2F9F33AA9ECC}" presName="compositeB" presStyleCnt="0"/>
      <dgm:spPr/>
    </dgm:pt>
    <dgm:pt modelId="{0A8A14BF-2385-4C16-B6FC-EB690A5BBA69}" type="pres">
      <dgm:prSet presAssocID="{0B03751A-3F76-43B4-94C0-2F9F33AA9ECC}" presName="textB" presStyleLbl="revTx" presStyleIdx="1" presStyleCnt="5">
        <dgm:presLayoutVars>
          <dgm:bulletEnabled val="1"/>
        </dgm:presLayoutVars>
      </dgm:prSet>
      <dgm:spPr/>
    </dgm:pt>
    <dgm:pt modelId="{4457F846-7E66-4ABD-B6B9-09A4D0F9373D}" type="pres">
      <dgm:prSet presAssocID="{0B03751A-3F76-43B4-94C0-2F9F33AA9ECC}" presName="circleB" presStyleLbl="node1" presStyleIdx="1" presStyleCnt="5"/>
      <dgm:spPr/>
    </dgm:pt>
    <dgm:pt modelId="{D65D451A-4DF7-4508-8637-9B799163FED3}" type="pres">
      <dgm:prSet presAssocID="{0B03751A-3F76-43B4-94C0-2F9F33AA9ECC}" presName="spaceB" presStyleCnt="0"/>
      <dgm:spPr/>
    </dgm:pt>
    <dgm:pt modelId="{BF3ADB5D-7E1B-46D1-B2B1-FD1D5F8DA69D}" type="pres">
      <dgm:prSet presAssocID="{FF2C71DF-7FBB-40BA-8AA3-289E5A9F51E2}" presName="space" presStyleCnt="0"/>
      <dgm:spPr/>
    </dgm:pt>
    <dgm:pt modelId="{70C1FD0B-9B15-4D60-96DC-F55742214744}" type="pres">
      <dgm:prSet presAssocID="{766DA83A-7086-4CDB-AA46-4080F45C4F50}" presName="compositeA" presStyleCnt="0"/>
      <dgm:spPr/>
    </dgm:pt>
    <dgm:pt modelId="{D58D7BFE-3AF8-4C5F-B07A-05055933A233}" type="pres">
      <dgm:prSet presAssocID="{766DA83A-7086-4CDB-AA46-4080F45C4F50}" presName="textA" presStyleLbl="revTx" presStyleIdx="2" presStyleCnt="5" custLinFactY="50000" custLinFactNeighborX="98773" custLinFactNeighborY="100000">
        <dgm:presLayoutVars>
          <dgm:bulletEnabled val="1"/>
        </dgm:presLayoutVars>
      </dgm:prSet>
      <dgm:spPr/>
    </dgm:pt>
    <dgm:pt modelId="{D6C54DAA-24AD-43B7-847A-B5242B33BDDE}" type="pres">
      <dgm:prSet presAssocID="{766DA83A-7086-4CDB-AA46-4080F45C4F50}" presName="circleA" presStyleLbl="node1" presStyleIdx="2" presStyleCnt="5"/>
      <dgm:spPr/>
    </dgm:pt>
    <dgm:pt modelId="{104063B7-0424-43B8-8426-937514A41F0C}" type="pres">
      <dgm:prSet presAssocID="{766DA83A-7086-4CDB-AA46-4080F45C4F50}" presName="spaceA" presStyleCnt="0"/>
      <dgm:spPr/>
    </dgm:pt>
    <dgm:pt modelId="{173F2898-E693-4FFE-99AC-CDD38EEDBF2B}" type="pres">
      <dgm:prSet presAssocID="{9EAE2674-A30D-4E8E-A161-00BCAAF31FDB}" presName="space" presStyleCnt="0"/>
      <dgm:spPr/>
    </dgm:pt>
    <dgm:pt modelId="{33EFE92C-D584-4ED6-98BF-3915F5121F03}" type="pres">
      <dgm:prSet presAssocID="{51683E56-DD48-404F-885F-BCBF030F2FD9}" presName="compositeB" presStyleCnt="0"/>
      <dgm:spPr/>
    </dgm:pt>
    <dgm:pt modelId="{00C49AE1-0ED7-4820-81ED-61EA70EAB098}" type="pres">
      <dgm:prSet presAssocID="{51683E56-DD48-404F-885F-BCBF030F2FD9}" presName="textB" presStyleLbl="revTx" presStyleIdx="3" presStyleCnt="5" custLinFactY="-50000" custLinFactNeighborX="98955" custLinFactNeighborY="-100000">
        <dgm:presLayoutVars>
          <dgm:bulletEnabled val="1"/>
        </dgm:presLayoutVars>
      </dgm:prSet>
      <dgm:spPr/>
    </dgm:pt>
    <dgm:pt modelId="{256C1CCF-8917-4FE7-BAB6-BF32E85D52E9}" type="pres">
      <dgm:prSet presAssocID="{51683E56-DD48-404F-885F-BCBF030F2FD9}" presName="circleB" presStyleLbl="node1" presStyleIdx="3" presStyleCnt="5"/>
      <dgm:spPr/>
    </dgm:pt>
    <dgm:pt modelId="{1829A435-A959-4784-9B92-2670978418CD}" type="pres">
      <dgm:prSet presAssocID="{51683E56-DD48-404F-885F-BCBF030F2FD9}" presName="spaceB" presStyleCnt="0"/>
      <dgm:spPr/>
    </dgm:pt>
    <dgm:pt modelId="{04A75EB2-D2EE-4EA8-ACB3-B9E753FE90B5}" type="pres">
      <dgm:prSet presAssocID="{D93C63AF-8D8A-4497-A545-075AD856E5F4}" presName="space" presStyleCnt="0"/>
      <dgm:spPr/>
    </dgm:pt>
    <dgm:pt modelId="{E0349CA1-2B2B-4619-9E3B-772E0CC2CD09}" type="pres">
      <dgm:prSet presAssocID="{59DB8060-ADFA-4F8D-BAA5-735CDB3BE7F4}" presName="compositeA" presStyleCnt="0"/>
      <dgm:spPr/>
    </dgm:pt>
    <dgm:pt modelId="{50CAFA7C-8902-4087-872B-95B1EB5C79FD}" type="pres">
      <dgm:prSet presAssocID="{59DB8060-ADFA-4F8D-BAA5-735CDB3BE7F4}" presName="textA" presStyleLbl="revTx" presStyleIdx="4" presStyleCnt="5" custScaleX="122862" custLinFactX="-100000" custLinFactNeighborX="-111227">
        <dgm:presLayoutVars>
          <dgm:bulletEnabled val="1"/>
        </dgm:presLayoutVars>
      </dgm:prSet>
      <dgm:spPr/>
    </dgm:pt>
    <dgm:pt modelId="{3ACF9A6C-BD20-442D-B031-02AA42049741}" type="pres">
      <dgm:prSet presAssocID="{59DB8060-ADFA-4F8D-BAA5-735CDB3BE7F4}" presName="circleA" presStyleLbl="node1" presStyleIdx="4" presStyleCnt="5"/>
      <dgm:spPr/>
    </dgm:pt>
    <dgm:pt modelId="{0BE9A63A-83E6-4FB8-A7EB-59F78D54D4EC}" type="pres">
      <dgm:prSet presAssocID="{59DB8060-ADFA-4F8D-BAA5-735CDB3BE7F4}" presName="spaceA" presStyleCnt="0"/>
      <dgm:spPr/>
    </dgm:pt>
  </dgm:ptLst>
  <dgm:cxnLst>
    <dgm:cxn modelId="{6A49070D-DDFB-4097-9B81-02BE5123EA02}" srcId="{51B17668-5786-4708-A8AA-A3470A8662EC}" destId="{59DB8060-ADFA-4F8D-BAA5-735CDB3BE7F4}" srcOrd="4" destOrd="0" parTransId="{E8B274DA-3486-480A-A0D5-300620498842}" sibTransId="{FAD073C9-18A3-44E1-A29B-7E78C69EA447}"/>
    <dgm:cxn modelId="{20E23012-1EB3-45EC-8BDF-1B4573FD8EF6}" type="presOf" srcId="{0B03751A-3F76-43B4-94C0-2F9F33AA9ECC}" destId="{0A8A14BF-2385-4C16-B6FC-EB690A5BBA69}" srcOrd="0" destOrd="0" presId="urn:microsoft.com/office/officeart/2005/8/layout/hProcess11"/>
    <dgm:cxn modelId="{42F2971D-B400-4CE4-8AF0-C034F2C9DF7D}" srcId="{51B17668-5786-4708-A8AA-A3470A8662EC}" destId="{51683E56-DD48-404F-885F-BCBF030F2FD9}" srcOrd="3" destOrd="0" parTransId="{F3BC0A21-F4D6-4FE7-AF69-9E742B148ECB}" sibTransId="{D93C63AF-8D8A-4497-A545-075AD856E5F4}"/>
    <dgm:cxn modelId="{877D3235-9F80-41FB-A7F7-1C27A1F2CC61}" srcId="{51B17668-5786-4708-A8AA-A3470A8662EC}" destId="{766DA83A-7086-4CDB-AA46-4080F45C4F50}" srcOrd="2" destOrd="0" parTransId="{1F752CBB-42F8-4A4B-8754-58B06C15BDBF}" sibTransId="{9EAE2674-A30D-4E8E-A161-00BCAAF31FDB}"/>
    <dgm:cxn modelId="{C9422670-D042-4CBA-8775-BE50656311C6}" srcId="{51B17668-5786-4708-A8AA-A3470A8662EC}" destId="{0B03751A-3F76-43B4-94C0-2F9F33AA9ECC}" srcOrd="1" destOrd="0" parTransId="{4C1F1CDC-8096-42EA-8428-45F093B78C6E}" sibTransId="{FF2C71DF-7FBB-40BA-8AA3-289E5A9F51E2}"/>
    <dgm:cxn modelId="{23F7AE53-DAE0-48C6-B657-621C165A694F}" type="presOf" srcId="{766DA83A-7086-4CDB-AA46-4080F45C4F50}" destId="{D58D7BFE-3AF8-4C5F-B07A-05055933A233}" srcOrd="0" destOrd="0" presId="urn:microsoft.com/office/officeart/2005/8/layout/hProcess11"/>
    <dgm:cxn modelId="{AE906474-3755-4BC7-B909-1D364D470C4F}" type="presOf" srcId="{51B17668-5786-4708-A8AA-A3470A8662EC}" destId="{D6C6C1BF-5D68-4502-983B-A45277E1B0A6}" srcOrd="0" destOrd="0" presId="urn:microsoft.com/office/officeart/2005/8/layout/hProcess11"/>
    <dgm:cxn modelId="{67EE0682-E408-412B-A78A-C72828EDF39E}" type="presOf" srcId="{59DB8060-ADFA-4F8D-BAA5-735CDB3BE7F4}" destId="{50CAFA7C-8902-4087-872B-95B1EB5C79FD}" srcOrd="0" destOrd="0" presId="urn:microsoft.com/office/officeart/2005/8/layout/hProcess11"/>
    <dgm:cxn modelId="{9B965EAA-55E4-43FA-BE14-F40B5980BF13}" type="presOf" srcId="{51683E56-DD48-404F-885F-BCBF030F2FD9}" destId="{00C49AE1-0ED7-4820-81ED-61EA70EAB098}" srcOrd="0" destOrd="0" presId="urn:microsoft.com/office/officeart/2005/8/layout/hProcess11"/>
    <dgm:cxn modelId="{A60627AD-B10F-4D43-AB0B-B6141DE569EA}" type="presOf" srcId="{07D20F43-C8E7-4835-839C-3751476493C8}" destId="{2750CA4E-FB7B-47E9-A45F-F9299D2DB918}" srcOrd="0" destOrd="0" presId="urn:microsoft.com/office/officeart/2005/8/layout/hProcess11"/>
    <dgm:cxn modelId="{707EB6F0-31F9-44E5-8990-4B94331569EB}" srcId="{51B17668-5786-4708-A8AA-A3470A8662EC}" destId="{07D20F43-C8E7-4835-839C-3751476493C8}" srcOrd="0" destOrd="0" parTransId="{075E7C59-0C27-4929-92B6-F479654320C0}" sibTransId="{00AD56E2-3878-42BE-8533-2E553B22BD7F}"/>
    <dgm:cxn modelId="{32D6359D-612A-4F98-8524-371734A60A64}" type="presParOf" srcId="{D6C6C1BF-5D68-4502-983B-A45277E1B0A6}" destId="{188BFAED-09CA-4431-8DFB-D92C7ED7B360}" srcOrd="0" destOrd="0" presId="urn:microsoft.com/office/officeart/2005/8/layout/hProcess11"/>
    <dgm:cxn modelId="{CB1236F5-57B5-4CC9-8178-48BBA2CDE627}" type="presParOf" srcId="{D6C6C1BF-5D68-4502-983B-A45277E1B0A6}" destId="{8DAD7C98-0579-41C3-AC8C-6C0DB1A77A39}" srcOrd="1" destOrd="0" presId="urn:microsoft.com/office/officeart/2005/8/layout/hProcess11"/>
    <dgm:cxn modelId="{7A2B76FF-29BB-4B50-8B29-0283D15BBDF1}" type="presParOf" srcId="{8DAD7C98-0579-41C3-AC8C-6C0DB1A77A39}" destId="{5A070669-117B-4D7B-BCD0-2675CCA28BDC}" srcOrd="0" destOrd="0" presId="urn:microsoft.com/office/officeart/2005/8/layout/hProcess11"/>
    <dgm:cxn modelId="{2D46F49A-8F86-45BE-8D1A-1E8288F6AE8C}" type="presParOf" srcId="{5A070669-117B-4D7B-BCD0-2675CCA28BDC}" destId="{2750CA4E-FB7B-47E9-A45F-F9299D2DB918}" srcOrd="0" destOrd="0" presId="urn:microsoft.com/office/officeart/2005/8/layout/hProcess11"/>
    <dgm:cxn modelId="{C78A40C0-9D4B-4153-A947-A5CF9D44F74C}" type="presParOf" srcId="{5A070669-117B-4D7B-BCD0-2675CCA28BDC}" destId="{66334562-4755-461D-B174-9442D52C3FCC}" srcOrd="1" destOrd="0" presId="urn:microsoft.com/office/officeart/2005/8/layout/hProcess11"/>
    <dgm:cxn modelId="{34AAA662-F898-4F55-83F8-C38B8E5A7274}" type="presParOf" srcId="{5A070669-117B-4D7B-BCD0-2675CCA28BDC}" destId="{112A942B-7349-4FBE-A884-0B81DD505B8E}" srcOrd="2" destOrd="0" presId="urn:microsoft.com/office/officeart/2005/8/layout/hProcess11"/>
    <dgm:cxn modelId="{E445D2E1-FEAC-457D-9A7E-F8561F268AC5}" type="presParOf" srcId="{8DAD7C98-0579-41C3-AC8C-6C0DB1A77A39}" destId="{B1707F36-7336-4C20-A6FE-18302EEED84F}" srcOrd="1" destOrd="0" presId="urn:microsoft.com/office/officeart/2005/8/layout/hProcess11"/>
    <dgm:cxn modelId="{619EB23B-8B93-44F8-A3C4-B8B875E672B4}" type="presParOf" srcId="{8DAD7C98-0579-41C3-AC8C-6C0DB1A77A39}" destId="{1CE9B10D-1886-454A-88B3-46AE8B79419E}" srcOrd="2" destOrd="0" presId="urn:microsoft.com/office/officeart/2005/8/layout/hProcess11"/>
    <dgm:cxn modelId="{C193D321-8102-44D1-AAE7-6F28E25776F4}" type="presParOf" srcId="{1CE9B10D-1886-454A-88B3-46AE8B79419E}" destId="{0A8A14BF-2385-4C16-B6FC-EB690A5BBA69}" srcOrd="0" destOrd="0" presId="urn:microsoft.com/office/officeart/2005/8/layout/hProcess11"/>
    <dgm:cxn modelId="{F1347815-7CB8-497A-9E8C-7BE2E4502BFF}" type="presParOf" srcId="{1CE9B10D-1886-454A-88B3-46AE8B79419E}" destId="{4457F846-7E66-4ABD-B6B9-09A4D0F9373D}" srcOrd="1" destOrd="0" presId="urn:microsoft.com/office/officeart/2005/8/layout/hProcess11"/>
    <dgm:cxn modelId="{8749B780-6536-4DD3-A17E-FF9542B2B9BC}" type="presParOf" srcId="{1CE9B10D-1886-454A-88B3-46AE8B79419E}" destId="{D65D451A-4DF7-4508-8637-9B799163FED3}" srcOrd="2" destOrd="0" presId="urn:microsoft.com/office/officeart/2005/8/layout/hProcess11"/>
    <dgm:cxn modelId="{48B0238D-1C9A-4F36-9925-25085E316D42}" type="presParOf" srcId="{8DAD7C98-0579-41C3-AC8C-6C0DB1A77A39}" destId="{BF3ADB5D-7E1B-46D1-B2B1-FD1D5F8DA69D}" srcOrd="3" destOrd="0" presId="urn:microsoft.com/office/officeart/2005/8/layout/hProcess11"/>
    <dgm:cxn modelId="{F9B2B9B8-2DA0-4776-AC61-4F207E03468F}" type="presParOf" srcId="{8DAD7C98-0579-41C3-AC8C-6C0DB1A77A39}" destId="{70C1FD0B-9B15-4D60-96DC-F55742214744}" srcOrd="4" destOrd="0" presId="urn:microsoft.com/office/officeart/2005/8/layout/hProcess11"/>
    <dgm:cxn modelId="{82D2B7C6-2C29-415F-804C-B3883269C847}" type="presParOf" srcId="{70C1FD0B-9B15-4D60-96DC-F55742214744}" destId="{D58D7BFE-3AF8-4C5F-B07A-05055933A233}" srcOrd="0" destOrd="0" presId="urn:microsoft.com/office/officeart/2005/8/layout/hProcess11"/>
    <dgm:cxn modelId="{AB425776-71E1-4382-B291-4BB92FA5A538}" type="presParOf" srcId="{70C1FD0B-9B15-4D60-96DC-F55742214744}" destId="{D6C54DAA-24AD-43B7-847A-B5242B33BDDE}" srcOrd="1" destOrd="0" presId="urn:microsoft.com/office/officeart/2005/8/layout/hProcess11"/>
    <dgm:cxn modelId="{1C8A0CE1-151C-4897-9000-D80BD85C3791}" type="presParOf" srcId="{70C1FD0B-9B15-4D60-96DC-F55742214744}" destId="{104063B7-0424-43B8-8426-937514A41F0C}" srcOrd="2" destOrd="0" presId="urn:microsoft.com/office/officeart/2005/8/layout/hProcess11"/>
    <dgm:cxn modelId="{472F7DDB-557D-472E-9E44-C4F7BE542F0D}" type="presParOf" srcId="{8DAD7C98-0579-41C3-AC8C-6C0DB1A77A39}" destId="{173F2898-E693-4FFE-99AC-CDD38EEDBF2B}" srcOrd="5" destOrd="0" presId="urn:microsoft.com/office/officeart/2005/8/layout/hProcess11"/>
    <dgm:cxn modelId="{9052933F-3B63-4043-BBE0-63C3B222EF73}" type="presParOf" srcId="{8DAD7C98-0579-41C3-AC8C-6C0DB1A77A39}" destId="{33EFE92C-D584-4ED6-98BF-3915F5121F03}" srcOrd="6" destOrd="0" presId="urn:microsoft.com/office/officeart/2005/8/layout/hProcess11"/>
    <dgm:cxn modelId="{AB3928F5-B81E-456D-85B1-647C43D4CC68}" type="presParOf" srcId="{33EFE92C-D584-4ED6-98BF-3915F5121F03}" destId="{00C49AE1-0ED7-4820-81ED-61EA70EAB098}" srcOrd="0" destOrd="0" presId="urn:microsoft.com/office/officeart/2005/8/layout/hProcess11"/>
    <dgm:cxn modelId="{02A9510C-F834-4041-960F-501BBDB82B69}" type="presParOf" srcId="{33EFE92C-D584-4ED6-98BF-3915F5121F03}" destId="{256C1CCF-8917-4FE7-BAB6-BF32E85D52E9}" srcOrd="1" destOrd="0" presId="urn:microsoft.com/office/officeart/2005/8/layout/hProcess11"/>
    <dgm:cxn modelId="{51FE4E4C-82E9-454D-BE2E-8CC14B26E6AB}" type="presParOf" srcId="{33EFE92C-D584-4ED6-98BF-3915F5121F03}" destId="{1829A435-A959-4784-9B92-2670978418CD}" srcOrd="2" destOrd="0" presId="urn:microsoft.com/office/officeart/2005/8/layout/hProcess11"/>
    <dgm:cxn modelId="{678A8BAF-0E7E-44BA-9D51-F2210680ABA2}" type="presParOf" srcId="{8DAD7C98-0579-41C3-AC8C-6C0DB1A77A39}" destId="{04A75EB2-D2EE-4EA8-ACB3-B9E753FE90B5}" srcOrd="7" destOrd="0" presId="urn:microsoft.com/office/officeart/2005/8/layout/hProcess11"/>
    <dgm:cxn modelId="{B334694A-2B34-4862-80A4-B55D9DC833DB}" type="presParOf" srcId="{8DAD7C98-0579-41C3-AC8C-6C0DB1A77A39}" destId="{E0349CA1-2B2B-4619-9E3B-772E0CC2CD09}" srcOrd="8" destOrd="0" presId="urn:microsoft.com/office/officeart/2005/8/layout/hProcess11"/>
    <dgm:cxn modelId="{55AFF708-33B3-495C-BAEC-33E37F1DF843}" type="presParOf" srcId="{E0349CA1-2B2B-4619-9E3B-772E0CC2CD09}" destId="{50CAFA7C-8902-4087-872B-95B1EB5C79FD}" srcOrd="0" destOrd="0" presId="urn:microsoft.com/office/officeart/2005/8/layout/hProcess11"/>
    <dgm:cxn modelId="{308CD2C4-9DA6-4F86-BC90-6A0C5A0B58A6}" type="presParOf" srcId="{E0349CA1-2B2B-4619-9E3B-772E0CC2CD09}" destId="{3ACF9A6C-BD20-442D-B031-02AA42049741}" srcOrd="1" destOrd="0" presId="urn:microsoft.com/office/officeart/2005/8/layout/hProcess11"/>
    <dgm:cxn modelId="{2087BDF7-E162-4DB5-93A1-A1AB8CB50B90}" type="presParOf" srcId="{E0349CA1-2B2B-4619-9E3B-772E0CC2CD09}" destId="{0BE9A63A-83E6-4FB8-A7EB-59F78D54D4EC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B17668-5786-4708-A8AA-A3470A8662EC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7D20F43-C8E7-4835-839C-3751476493C8}">
      <dgm:prSet/>
      <dgm:spPr/>
      <dgm:t>
        <a:bodyPr/>
        <a:lstStyle/>
        <a:p>
          <a:r>
            <a:rPr lang="en-IN"/>
            <a:t>Load data </a:t>
          </a:r>
        </a:p>
      </dgm:t>
    </dgm:pt>
    <dgm:pt modelId="{075E7C59-0C27-4929-92B6-F479654320C0}" type="parTrans" cxnId="{707EB6F0-31F9-44E5-8990-4B94331569EB}">
      <dgm:prSet/>
      <dgm:spPr/>
      <dgm:t>
        <a:bodyPr/>
        <a:lstStyle/>
        <a:p>
          <a:endParaRPr lang="en-IN"/>
        </a:p>
      </dgm:t>
    </dgm:pt>
    <dgm:pt modelId="{00AD56E2-3878-42BE-8533-2E553B22BD7F}" type="sibTrans" cxnId="{707EB6F0-31F9-44E5-8990-4B94331569EB}">
      <dgm:prSet/>
      <dgm:spPr/>
      <dgm:t>
        <a:bodyPr/>
        <a:lstStyle/>
        <a:p>
          <a:endParaRPr lang="en-IN"/>
        </a:p>
      </dgm:t>
    </dgm:pt>
    <dgm:pt modelId="{0B03751A-3F76-43B4-94C0-2F9F33AA9ECC}">
      <dgm:prSet/>
      <dgm:spPr/>
      <dgm:t>
        <a:bodyPr/>
        <a:lstStyle/>
        <a:p>
          <a:r>
            <a:rPr lang="en-IN" dirty="0"/>
            <a:t>Analys data </a:t>
          </a:r>
        </a:p>
      </dgm:t>
    </dgm:pt>
    <dgm:pt modelId="{4C1F1CDC-8096-42EA-8428-45F093B78C6E}" type="parTrans" cxnId="{C9422670-D042-4CBA-8775-BE50656311C6}">
      <dgm:prSet/>
      <dgm:spPr/>
      <dgm:t>
        <a:bodyPr/>
        <a:lstStyle/>
        <a:p>
          <a:endParaRPr lang="en-IN"/>
        </a:p>
      </dgm:t>
    </dgm:pt>
    <dgm:pt modelId="{FF2C71DF-7FBB-40BA-8AA3-289E5A9F51E2}" type="sibTrans" cxnId="{C9422670-D042-4CBA-8775-BE50656311C6}">
      <dgm:prSet/>
      <dgm:spPr/>
      <dgm:t>
        <a:bodyPr/>
        <a:lstStyle/>
        <a:p>
          <a:endParaRPr lang="en-IN"/>
        </a:p>
      </dgm:t>
    </dgm:pt>
    <dgm:pt modelId="{766DA83A-7086-4CDB-AA46-4080F45C4F50}">
      <dgm:prSet/>
      <dgm:spPr/>
      <dgm:t>
        <a:bodyPr/>
        <a:lstStyle/>
        <a:p>
          <a:r>
            <a:rPr lang="en-IN" dirty="0"/>
            <a:t>Perform EDA</a:t>
          </a:r>
        </a:p>
      </dgm:t>
    </dgm:pt>
    <dgm:pt modelId="{1F752CBB-42F8-4A4B-8754-58B06C15BDBF}" type="parTrans" cxnId="{877D3235-9F80-41FB-A7F7-1C27A1F2CC61}">
      <dgm:prSet/>
      <dgm:spPr/>
      <dgm:t>
        <a:bodyPr/>
        <a:lstStyle/>
        <a:p>
          <a:endParaRPr lang="en-IN"/>
        </a:p>
      </dgm:t>
    </dgm:pt>
    <dgm:pt modelId="{9EAE2674-A30D-4E8E-A161-00BCAAF31FDB}" type="sibTrans" cxnId="{877D3235-9F80-41FB-A7F7-1C27A1F2CC61}">
      <dgm:prSet/>
      <dgm:spPr/>
      <dgm:t>
        <a:bodyPr/>
        <a:lstStyle/>
        <a:p>
          <a:endParaRPr lang="en-IN"/>
        </a:p>
      </dgm:t>
    </dgm:pt>
    <dgm:pt modelId="{51683E56-DD48-404F-885F-BCBF030F2FD9}">
      <dgm:prSet/>
      <dgm:spPr/>
      <dgm:t>
        <a:bodyPr/>
        <a:lstStyle/>
        <a:p>
          <a:r>
            <a:rPr lang="en-IN" dirty="0"/>
            <a:t>Create dashboard</a:t>
          </a:r>
        </a:p>
      </dgm:t>
    </dgm:pt>
    <dgm:pt modelId="{F3BC0A21-F4D6-4FE7-AF69-9E742B148ECB}" type="parTrans" cxnId="{42F2971D-B400-4CE4-8AF0-C034F2C9DF7D}">
      <dgm:prSet/>
      <dgm:spPr/>
      <dgm:t>
        <a:bodyPr/>
        <a:lstStyle/>
        <a:p>
          <a:endParaRPr lang="en-IN"/>
        </a:p>
      </dgm:t>
    </dgm:pt>
    <dgm:pt modelId="{D93C63AF-8D8A-4497-A545-075AD856E5F4}" type="sibTrans" cxnId="{42F2971D-B400-4CE4-8AF0-C034F2C9DF7D}">
      <dgm:prSet/>
      <dgm:spPr/>
      <dgm:t>
        <a:bodyPr/>
        <a:lstStyle/>
        <a:p>
          <a:endParaRPr lang="en-IN"/>
        </a:p>
      </dgm:t>
    </dgm:pt>
    <dgm:pt modelId="{59DB8060-ADFA-4F8D-BAA5-735CDB3BE7F4}">
      <dgm:prSet/>
      <dgm:spPr/>
      <dgm:t>
        <a:bodyPr/>
        <a:lstStyle/>
        <a:p>
          <a:r>
            <a:rPr lang="en-IN" dirty="0"/>
            <a:t>Create New Columns</a:t>
          </a:r>
        </a:p>
      </dgm:t>
    </dgm:pt>
    <dgm:pt modelId="{E8B274DA-3486-480A-A0D5-300620498842}" type="parTrans" cxnId="{6A49070D-DDFB-4097-9B81-02BE5123EA02}">
      <dgm:prSet/>
      <dgm:spPr/>
      <dgm:t>
        <a:bodyPr/>
        <a:lstStyle/>
        <a:p>
          <a:endParaRPr lang="en-IN"/>
        </a:p>
      </dgm:t>
    </dgm:pt>
    <dgm:pt modelId="{FAD073C9-18A3-44E1-A29B-7E78C69EA447}" type="sibTrans" cxnId="{6A49070D-DDFB-4097-9B81-02BE5123EA02}">
      <dgm:prSet/>
      <dgm:spPr/>
      <dgm:t>
        <a:bodyPr/>
        <a:lstStyle/>
        <a:p>
          <a:endParaRPr lang="en-IN"/>
        </a:p>
      </dgm:t>
    </dgm:pt>
    <dgm:pt modelId="{D6C6C1BF-5D68-4502-983B-A45277E1B0A6}" type="pres">
      <dgm:prSet presAssocID="{51B17668-5786-4708-A8AA-A3470A8662EC}" presName="Name0" presStyleCnt="0">
        <dgm:presLayoutVars>
          <dgm:dir/>
          <dgm:resizeHandles val="exact"/>
        </dgm:presLayoutVars>
      </dgm:prSet>
      <dgm:spPr/>
    </dgm:pt>
    <dgm:pt modelId="{188BFAED-09CA-4431-8DFB-D92C7ED7B360}" type="pres">
      <dgm:prSet presAssocID="{51B17668-5786-4708-A8AA-A3470A8662EC}" presName="arrow" presStyleLbl="bgShp" presStyleIdx="0" presStyleCnt="1"/>
      <dgm:spPr/>
    </dgm:pt>
    <dgm:pt modelId="{8DAD7C98-0579-41C3-AC8C-6C0DB1A77A39}" type="pres">
      <dgm:prSet presAssocID="{51B17668-5786-4708-A8AA-A3470A8662EC}" presName="points" presStyleCnt="0"/>
      <dgm:spPr/>
    </dgm:pt>
    <dgm:pt modelId="{5A070669-117B-4D7B-BCD0-2675CCA28BDC}" type="pres">
      <dgm:prSet presAssocID="{07D20F43-C8E7-4835-839C-3751476493C8}" presName="compositeA" presStyleCnt="0"/>
      <dgm:spPr/>
    </dgm:pt>
    <dgm:pt modelId="{2750CA4E-FB7B-47E9-A45F-F9299D2DB918}" type="pres">
      <dgm:prSet presAssocID="{07D20F43-C8E7-4835-839C-3751476493C8}" presName="textA" presStyleLbl="revTx" presStyleIdx="0" presStyleCnt="5">
        <dgm:presLayoutVars>
          <dgm:bulletEnabled val="1"/>
        </dgm:presLayoutVars>
      </dgm:prSet>
      <dgm:spPr/>
    </dgm:pt>
    <dgm:pt modelId="{66334562-4755-461D-B174-9442D52C3FCC}" type="pres">
      <dgm:prSet presAssocID="{07D20F43-C8E7-4835-839C-3751476493C8}" presName="circleA" presStyleLbl="node1" presStyleIdx="0" presStyleCnt="5"/>
      <dgm:spPr/>
    </dgm:pt>
    <dgm:pt modelId="{112A942B-7349-4FBE-A884-0B81DD505B8E}" type="pres">
      <dgm:prSet presAssocID="{07D20F43-C8E7-4835-839C-3751476493C8}" presName="spaceA" presStyleCnt="0"/>
      <dgm:spPr/>
    </dgm:pt>
    <dgm:pt modelId="{B1707F36-7336-4C20-A6FE-18302EEED84F}" type="pres">
      <dgm:prSet presAssocID="{00AD56E2-3878-42BE-8533-2E553B22BD7F}" presName="space" presStyleCnt="0"/>
      <dgm:spPr/>
    </dgm:pt>
    <dgm:pt modelId="{1CE9B10D-1886-454A-88B3-46AE8B79419E}" type="pres">
      <dgm:prSet presAssocID="{0B03751A-3F76-43B4-94C0-2F9F33AA9ECC}" presName="compositeB" presStyleCnt="0"/>
      <dgm:spPr/>
    </dgm:pt>
    <dgm:pt modelId="{0A8A14BF-2385-4C16-B6FC-EB690A5BBA69}" type="pres">
      <dgm:prSet presAssocID="{0B03751A-3F76-43B4-94C0-2F9F33AA9ECC}" presName="textB" presStyleLbl="revTx" presStyleIdx="1" presStyleCnt="5">
        <dgm:presLayoutVars>
          <dgm:bulletEnabled val="1"/>
        </dgm:presLayoutVars>
      </dgm:prSet>
      <dgm:spPr/>
    </dgm:pt>
    <dgm:pt modelId="{4457F846-7E66-4ABD-B6B9-09A4D0F9373D}" type="pres">
      <dgm:prSet presAssocID="{0B03751A-3F76-43B4-94C0-2F9F33AA9ECC}" presName="circleB" presStyleLbl="node1" presStyleIdx="1" presStyleCnt="5"/>
      <dgm:spPr/>
    </dgm:pt>
    <dgm:pt modelId="{D65D451A-4DF7-4508-8637-9B799163FED3}" type="pres">
      <dgm:prSet presAssocID="{0B03751A-3F76-43B4-94C0-2F9F33AA9ECC}" presName="spaceB" presStyleCnt="0"/>
      <dgm:spPr/>
    </dgm:pt>
    <dgm:pt modelId="{BF3ADB5D-7E1B-46D1-B2B1-FD1D5F8DA69D}" type="pres">
      <dgm:prSet presAssocID="{FF2C71DF-7FBB-40BA-8AA3-289E5A9F51E2}" presName="space" presStyleCnt="0"/>
      <dgm:spPr/>
    </dgm:pt>
    <dgm:pt modelId="{70C1FD0B-9B15-4D60-96DC-F55742214744}" type="pres">
      <dgm:prSet presAssocID="{766DA83A-7086-4CDB-AA46-4080F45C4F50}" presName="compositeA" presStyleCnt="0"/>
      <dgm:spPr/>
    </dgm:pt>
    <dgm:pt modelId="{D58D7BFE-3AF8-4C5F-B07A-05055933A233}" type="pres">
      <dgm:prSet presAssocID="{766DA83A-7086-4CDB-AA46-4080F45C4F50}" presName="textA" presStyleLbl="revTx" presStyleIdx="2" presStyleCnt="5" custLinFactY="50000" custLinFactNeighborX="98773" custLinFactNeighborY="100000">
        <dgm:presLayoutVars>
          <dgm:bulletEnabled val="1"/>
        </dgm:presLayoutVars>
      </dgm:prSet>
      <dgm:spPr/>
    </dgm:pt>
    <dgm:pt modelId="{D6C54DAA-24AD-43B7-847A-B5242B33BDDE}" type="pres">
      <dgm:prSet presAssocID="{766DA83A-7086-4CDB-AA46-4080F45C4F50}" presName="circleA" presStyleLbl="node1" presStyleIdx="2" presStyleCnt="5"/>
      <dgm:spPr/>
    </dgm:pt>
    <dgm:pt modelId="{104063B7-0424-43B8-8426-937514A41F0C}" type="pres">
      <dgm:prSet presAssocID="{766DA83A-7086-4CDB-AA46-4080F45C4F50}" presName="spaceA" presStyleCnt="0"/>
      <dgm:spPr/>
    </dgm:pt>
    <dgm:pt modelId="{173F2898-E693-4FFE-99AC-CDD38EEDBF2B}" type="pres">
      <dgm:prSet presAssocID="{9EAE2674-A30D-4E8E-A161-00BCAAF31FDB}" presName="space" presStyleCnt="0"/>
      <dgm:spPr/>
    </dgm:pt>
    <dgm:pt modelId="{33EFE92C-D584-4ED6-98BF-3915F5121F03}" type="pres">
      <dgm:prSet presAssocID="{51683E56-DD48-404F-885F-BCBF030F2FD9}" presName="compositeB" presStyleCnt="0"/>
      <dgm:spPr/>
    </dgm:pt>
    <dgm:pt modelId="{00C49AE1-0ED7-4820-81ED-61EA70EAB098}" type="pres">
      <dgm:prSet presAssocID="{51683E56-DD48-404F-885F-BCBF030F2FD9}" presName="textB" presStyleLbl="revTx" presStyleIdx="3" presStyleCnt="5" custLinFactY="-50000" custLinFactNeighborX="98955" custLinFactNeighborY="-100000">
        <dgm:presLayoutVars>
          <dgm:bulletEnabled val="1"/>
        </dgm:presLayoutVars>
      </dgm:prSet>
      <dgm:spPr/>
    </dgm:pt>
    <dgm:pt modelId="{256C1CCF-8917-4FE7-BAB6-BF32E85D52E9}" type="pres">
      <dgm:prSet presAssocID="{51683E56-DD48-404F-885F-BCBF030F2FD9}" presName="circleB" presStyleLbl="node1" presStyleIdx="3" presStyleCnt="5"/>
      <dgm:spPr/>
    </dgm:pt>
    <dgm:pt modelId="{1829A435-A959-4784-9B92-2670978418CD}" type="pres">
      <dgm:prSet presAssocID="{51683E56-DD48-404F-885F-BCBF030F2FD9}" presName="spaceB" presStyleCnt="0"/>
      <dgm:spPr/>
    </dgm:pt>
    <dgm:pt modelId="{04A75EB2-D2EE-4EA8-ACB3-B9E753FE90B5}" type="pres">
      <dgm:prSet presAssocID="{D93C63AF-8D8A-4497-A545-075AD856E5F4}" presName="space" presStyleCnt="0"/>
      <dgm:spPr/>
    </dgm:pt>
    <dgm:pt modelId="{E0349CA1-2B2B-4619-9E3B-772E0CC2CD09}" type="pres">
      <dgm:prSet presAssocID="{59DB8060-ADFA-4F8D-BAA5-735CDB3BE7F4}" presName="compositeA" presStyleCnt="0"/>
      <dgm:spPr/>
    </dgm:pt>
    <dgm:pt modelId="{50CAFA7C-8902-4087-872B-95B1EB5C79FD}" type="pres">
      <dgm:prSet presAssocID="{59DB8060-ADFA-4F8D-BAA5-735CDB3BE7F4}" presName="textA" presStyleLbl="revTx" presStyleIdx="4" presStyleCnt="5" custScaleX="122862" custLinFactX="-100000" custLinFactNeighborX="-111227">
        <dgm:presLayoutVars>
          <dgm:bulletEnabled val="1"/>
        </dgm:presLayoutVars>
      </dgm:prSet>
      <dgm:spPr/>
    </dgm:pt>
    <dgm:pt modelId="{3ACF9A6C-BD20-442D-B031-02AA42049741}" type="pres">
      <dgm:prSet presAssocID="{59DB8060-ADFA-4F8D-BAA5-735CDB3BE7F4}" presName="circleA" presStyleLbl="node1" presStyleIdx="4" presStyleCnt="5"/>
      <dgm:spPr/>
    </dgm:pt>
    <dgm:pt modelId="{0BE9A63A-83E6-4FB8-A7EB-59F78D54D4EC}" type="pres">
      <dgm:prSet presAssocID="{59DB8060-ADFA-4F8D-BAA5-735CDB3BE7F4}" presName="spaceA" presStyleCnt="0"/>
      <dgm:spPr/>
    </dgm:pt>
  </dgm:ptLst>
  <dgm:cxnLst>
    <dgm:cxn modelId="{6A49070D-DDFB-4097-9B81-02BE5123EA02}" srcId="{51B17668-5786-4708-A8AA-A3470A8662EC}" destId="{59DB8060-ADFA-4F8D-BAA5-735CDB3BE7F4}" srcOrd="4" destOrd="0" parTransId="{E8B274DA-3486-480A-A0D5-300620498842}" sibTransId="{FAD073C9-18A3-44E1-A29B-7E78C69EA447}"/>
    <dgm:cxn modelId="{20E23012-1EB3-45EC-8BDF-1B4573FD8EF6}" type="presOf" srcId="{0B03751A-3F76-43B4-94C0-2F9F33AA9ECC}" destId="{0A8A14BF-2385-4C16-B6FC-EB690A5BBA69}" srcOrd="0" destOrd="0" presId="urn:microsoft.com/office/officeart/2005/8/layout/hProcess11"/>
    <dgm:cxn modelId="{42F2971D-B400-4CE4-8AF0-C034F2C9DF7D}" srcId="{51B17668-5786-4708-A8AA-A3470A8662EC}" destId="{51683E56-DD48-404F-885F-BCBF030F2FD9}" srcOrd="3" destOrd="0" parTransId="{F3BC0A21-F4D6-4FE7-AF69-9E742B148ECB}" sibTransId="{D93C63AF-8D8A-4497-A545-075AD856E5F4}"/>
    <dgm:cxn modelId="{877D3235-9F80-41FB-A7F7-1C27A1F2CC61}" srcId="{51B17668-5786-4708-A8AA-A3470A8662EC}" destId="{766DA83A-7086-4CDB-AA46-4080F45C4F50}" srcOrd="2" destOrd="0" parTransId="{1F752CBB-42F8-4A4B-8754-58B06C15BDBF}" sibTransId="{9EAE2674-A30D-4E8E-A161-00BCAAF31FDB}"/>
    <dgm:cxn modelId="{C9422670-D042-4CBA-8775-BE50656311C6}" srcId="{51B17668-5786-4708-A8AA-A3470A8662EC}" destId="{0B03751A-3F76-43B4-94C0-2F9F33AA9ECC}" srcOrd="1" destOrd="0" parTransId="{4C1F1CDC-8096-42EA-8428-45F093B78C6E}" sibTransId="{FF2C71DF-7FBB-40BA-8AA3-289E5A9F51E2}"/>
    <dgm:cxn modelId="{23F7AE53-DAE0-48C6-B657-621C165A694F}" type="presOf" srcId="{766DA83A-7086-4CDB-AA46-4080F45C4F50}" destId="{D58D7BFE-3AF8-4C5F-B07A-05055933A233}" srcOrd="0" destOrd="0" presId="urn:microsoft.com/office/officeart/2005/8/layout/hProcess11"/>
    <dgm:cxn modelId="{AE906474-3755-4BC7-B909-1D364D470C4F}" type="presOf" srcId="{51B17668-5786-4708-A8AA-A3470A8662EC}" destId="{D6C6C1BF-5D68-4502-983B-A45277E1B0A6}" srcOrd="0" destOrd="0" presId="urn:microsoft.com/office/officeart/2005/8/layout/hProcess11"/>
    <dgm:cxn modelId="{67EE0682-E408-412B-A78A-C72828EDF39E}" type="presOf" srcId="{59DB8060-ADFA-4F8D-BAA5-735CDB3BE7F4}" destId="{50CAFA7C-8902-4087-872B-95B1EB5C79FD}" srcOrd="0" destOrd="0" presId="urn:microsoft.com/office/officeart/2005/8/layout/hProcess11"/>
    <dgm:cxn modelId="{9B965EAA-55E4-43FA-BE14-F40B5980BF13}" type="presOf" srcId="{51683E56-DD48-404F-885F-BCBF030F2FD9}" destId="{00C49AE1-0ED7-4820-81ED-61EA70EAB098}" srcOrd="0" destOrd="0" presId="urn:microsoft.com/office/officeart/2005/8/layout/hProcess11"/>
    <dgm:cxn modelId="{A60627AD-B10F-4D43-AB0B-B6141DE569EA}" type="presOf" srcId="{07D20F43-C8E7-4835-839C-3751476493C8}" destId="{2750CA4E-FB7B-47E9-A45F-F9299D2DB918}" srcOrd="0" destOrd="0" presId="urn:microsoft.com/office/officeart/2005/8/layout/hProcess11"/>
    <dgm:cxn modelId="{707EB6F0-31F9-44E5-8990-4B94331569EB}" srcId="{51B17668-5786-4708-A8AA-A3470A8662EC}" destId="{07D20F43-C8E7-4835-839C-3751476493C8}" srcOrd="0" destOrd="0" parTransId="{075E7C59-0C27-4929-92B6-F479654320C0}" sibTransId="{00AD56E2-3878-42BE-8533-2E553B22BD7F}"/>
    <dgm:cxn modelId="{32D6359D-612A-4F98-8524-371734A60A64}" type="presParOf" srcId="{D6C6C1BF-5D68-4502-983B-A45277E1B0A6}" destId="{188BFAED-09CA-4431-8DFB-D92C7ED7B360}" srcOrd="0" destOrd="0" presId="urn:microsoft.com/office/officeart/2005/8/layout/hProcess11"/>
    <dgm:cxn modelId="{CB1236F5-57B5-4CC9-8178-48BBA2CDE627}" type="presParOf" srcId="{D6C6C1BF-5D68-4502-983B-A45277E1B0A6}" destId="{8DAD7C98-0579-41C3-AC8C-6C0DB1A77A39}" srcOrd="1" destOrd="0" presId="urn:microsoft.com/office/officeart/2005/8/layout/hProcess11"/>
    <dgm:cxn modelId="{7A2B76FF-29BB-4B50-8B29-0283D15BBDF1}" type="presParOf" srcId="{8DAD7C98-0579-41C3-AC8C-6C0DB1A77A39}" destId="{5A070669-117B-4D7B-BCD0-2675CCA28BDC}" srcOrd="0" destOrd="0" presId="urn:microsoft.com/office/officeart/2005/8/layout/hProcess11"/>
    <dgm:cxn modelId="{2D46F49A-8F86-45BE-8D1A-1E8288F6AE8C}" type="presParOf" srcId="{5A070669-117B-4D7B-BCD0-2675CCA28BDC}" destId="{2750CA4E-FB7B-47E9-A45F-F9299D2DB918}" srcOrd="0" destOrd="0" presId="urn:microsoft.com/office/officeart/2005/8/layout/hProcess11"/>
    <dgm:cxn modelId="{C78A40C0-9D4B-4153-A947-A5CF9D44F74C}" type="presParOf" srcId="{5A070669-117B-4D7B-BCD0-2675CCA28BDC}" destId="{66334562-4755-461D-B174-9442D52C3FCC}" srcOrd="1" destOrd="0" presId="urn:microsoft.com/office/officeart/2005/8/layout/hProcess11"/>
    <dgm:cxn modelId="{34AAA662-F898-4F55-83F8-C38B8E5A7274}" type="presParOf" srcId="{5A070669-117B-4D7B-BCD0-2675CCA28BDC}" destId="{112A942B-7349-4FBE-A884-0B81DD505B8E}" srcOrd="2" destOrd="0" presId="urn:microsoft.com/office/officeart/2005/8/layout/hProcess11"/>
    <dgm:cxn modelId="{E445D2E1-FEAC-457D-9A7E-F8561F268AC5}" type="presParOf" srcId="{8DAD7C98-0579-41C3-AC8C-6C0DB1A77A39}" destId="{B1707F36-7336-4C20-A6FE-18302EEED84F}" srcOrd="1" destOrd="0" presId="urn:microsoft.com/office/officeart/2005/8/layout/hProcess11"/>
    <dgm:cxn modelId="{619EB23B-8B93-44F8-A3C4-B8B875E672B4}" type="presParOf" srcId="{8DAD7C98-0579-41C3-AC8C-6C0DB1A77A39}" destId="{1CE9B10D-1886-454A-88B3-46AE8B79419E}" srcOrd="2" destOrd="0" presId="urn:microsoft.com/office/officeart/2005/8/layout/hProcess11"/>
    <dgm:cxn modelId="{C193D321-8102-44D1-AAE7-6F28E25776F4}" type="presParOf" srcId="{1CE9B10D-1886-454A-88B3-46AE8B79419E}" destId="{0A8A14BF-2385-4C16-B6FC-EB690A5BBA69}" srcOrd="0" destOrd="0" presId="urn:microsoft.com/office/officeart/2005/8/layout/hProcess11"/>
    <dgm:cxn modelId="{F1347815-7CB8-497A-9E8C-7BE2E4502BFF}" type="presParOf" srcId="{1CE9B10D-1886-454A-88B3-46AE8B79419E}" destId="{4457F846-7E66-4ABD-B6B9-09A4D0F9373D}" srcOrd="1" destOrd="0" presId="urn:microsoft.com/office/officeart/2005/8/layout/hProcess11"/>
    <dgm:cxn modelId="{8749B780-6536-4DD3-A17E-FF9542B2B9BC}" type="presParOf" srcId="{1CE9B10D-1886-454A-88B3-46AE8B79419E}" destId="{D65D451A-4DF7-4508-8637-9B799163FED3}" srcOrd="2" destOrd="0" presId="urn:microsoft.com/office/officeart/2005/8/layout/hProcess11"/>
    <dgm:cxn modelId="{48B0238D-1C9A-4F36-9925-25085E316D42}" type="presParOf" srcId="{8DAD7C98-0579-41C3-AC8C-6C0DB1A77A39}" destId="{BF3ADB5D-7E1B-46D1-B2B1-FD1D5F8DA69D}" srcOrd="3" destOrd="0" presId="urn:microsoft.com/office/officeart/2005/8/layout/hProcess11"/>
    <dgm:cxn modelId="{F9B2B9B8-2DA0-4776-AC61-4F207E03468F}" type="presParOf" srcId="{8DAD7C98-0579-41C3-AC8C-6C0DB1A77A39}" destId="{70C1FD0B-9B15-4D60-96DC-F55742214744}" srcOrd="4" destOrd="0" presId="urn:microsoft.com/office/officeart/2005/8/layout/hProcess11"/>
    <dgm:cxn modelId="{82D2B7C6-2C29-415F-804C-B3883269C847}" type="presParOf" srcId="{70C1FD0B-9B15-4D60-96DC-F55742214744}" destId="{D58D7BFE-3AF8-4C5F-B07A-05055933A233}" srcOrd="0" destOrd="0" presId="urn:microsoft.com/office/officeart/2005/8/layout/hProcess11"/>
    <dgm:cxn modelId="{AB425776-71E1-4382-B291-4BB92FA5A538}" type="presParOf" srcId="{70C1FD0B-9B15-4D60-96DC-F55742214744}" destId="{D6C54DAA-24AD-43B7-847A-B5242B33BDDE}" srcOrd="1" destOrd="0" presId="urn:microsoft.com/office/officeart/2005/8/layout/hProcess11"/>
    <dgm:cxn modelId="{1C8A0CE1-151C-4897-9000-D80BD85C3791}" type="presParOf" srcId="{70C1FD0B-9B15-4D60-96DC-F55742214744}" destId="{104063B7-0424-43B8-8426-937514A41F0C}" srcOrd="2" destOrd="0" presId="urn:microsoft.com/office/officeart/2005/8/layout/hProcess11"/>
    <dgm:cxn modelId="{472F7DDB-557D-472E-9E44-C4F7BE542F0D}" type="presParOf" srcId="{8DAD7C98-0579-41C3-AC8C-6C0DB1A77A39}" destId="{173F2898-E693-4FFE-99AC-CDD38EEDBF2B}" srcOrd="5" destOrd="0" presId="urn:microsoft.com/office/officeart/2005/8/layout/hProcess11"/>
    <dgm:cxn modelId="{9052933F-3B63-4043-BBE0-63C3B222EF73}" type="presParOf" srcId="{8DAD7C98-0579-41C3-AC8C-6C0DB1A77A39}" destId="{33EFE92C-D584-4ED6-98BF-3915F5121F03}" srcOrd="6" destOrd="0" presId="urn:microsoft.com/office/officeart/2005/8/layout/hProcess11"/>
    <dgm:cxn modelId="{AB3928F5-B81E-456D-85B1-647C43D4CC68}" type="presParOf" srcId="{33EFE92C-D584-4ED6-98BF-3915F5121F03}" destId="{00C49AE1-0ED7-4820-81ED-61EA70EAB098}" srcOrd="0" destOrd="0" presId="urn:microsoft.com/office/officeart/2005/8/layout/hProcess11"/>
    <dgm:cxn modelId="{02A9510C-F834-4041-960F-501BBDB82B69}" type="presParOf" srcId="{33EFE92C-D584-4ED6-98BF-3915F5121F03}" destId="{256C1CCF-8917-4FE7-BAB6-BF32E85D52E9}" srcOrd="1" destOrd="0" presId="urn:microsoft.com/office/officeart/2005/8/layout/hProcess11"/>
    <dgm:cxn modelId="{51FE4E4C-82E9-454D-BE2E-8CC14B26E6AB}" type="presParOf" srcId="{33EFE92C-D584-4ED6-98BF-3915F5121F03}" destId="{1829A435-A959-4784-9B92-2670978418CD}" srcOrd="2" destOrd="0" presId="urn:microsoft.com/office/officeart/2005/8/layout/hProcess11"/>
    <dgm:cxn modelId="{678A8BAF-0E7E-44BA-9D51-F2210680ABA2}" type="presParOf" srcId="{8DAD7C98-0579-41C3-AC8C-6C0DB1A77A39}" destId="{04A75EB2-D2EE-4EA8-ACB3-B9E753FE90B5}" srcOrd="7" destOrd="0" presId="urn:microsoft.com/office/officeart/2005/8/layout/hProcess11"/>
    <dgm:cxn modelId="{B334694A-2B34-4862-80A4-B55D9DC833DB}" type="presParOf" srcId="{8DAD7C98-0579-41C3-AC8C-6C0DB1A77A39}" destId="{E0349CA1-2B2B-4619-9E3B-772E0CC2CD09}" srcOrd="8" destOrd="0" presId="urn:microsoft.com/office/officeart/2005/8/layout/hProcess11"/>
    <dgm:cxn modelId="{55AFF708-33B3-495C-BAEC-33E37F1DF843}" type="presParOf" srcId="{E0349CA1-2B2B-4619-9E3B-772E0CC2CD09}" destId="{50CAFA7C-8902-4087-872B-95B1EB5C79FD}" srcOrd="0" destOrd="0" presId="urn:microsoft.com/office/officeart/2005/8/layout/hProcess11"/>
    <dgm:cxn modelId="{308CD2C4-9DA6-4F86-BC90-6A0C5A0B58A6}" type="presParOf" srcId="{E0349CA1-2B2B-4619-9E3B-772E0CC2CD09}" destId="{3ACF9A6C-BD20-442D-B031-02AA42049741}" srcOrd="1" destOrd="0" presId="urn:microsoft.com/office/officeart/2005/8/layout/hProcess11"/>
    <dgm:cxn modelId="{2087BDF7-E162-4DB5-93A1-A1AB8CB50B90}" type="presParOf" srcId="{E0349CA1-2B2B-4619-9E3B-772E0CC2CD09}" destId="{0BE9A63A-83E6-4FB8-A7EB-59F78D54D4EC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8BFAED-09CA-4431-8DFB-D92C7ED7B360}">
      <dsp:nvSpPr>
        <dsp:cNvPr id="0" name=""/>
        <dsp:cNvSpPr/>
      </dsp:nvSpPr>
      <dsp:spPr>
        <a:xfrm>
          <a:off x="0" y="379454"/>
          <a:ext cx="5559551" cy="505938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50CA4E-FB7B-47E9-A45F-F9299D2DB918}">
      <dsp:nvSpPr>
        <dsp:cNvPr id="0" name=""/>
        <dsp:cNvSpPr/>
      </dsp:nvSpPr>
      <dsp:spPr>
        <a:xfrm>
          <a:off x="1722" y="0"/>
          <a:ext cx="921072" cy="50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b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Load data </a:t>
          </a:r>
        </a:p>
      </dsp:txBody>
      <dsp:txXfrm>
        <a:off x="1722" y="0"/>
        <a:ext cx="921072" cy="505938"/>
      </dsp:txXfrm>
    </dsp:sp>
    <dsp:sp modelId="{66334562-4755-461D-B174-9442D52C3FCC}">
      <dsp:nvSpPr>
        <dsp:cNvPr id="0" name=""/>
        <dsp:cNvSpPr/>
      </dsp:nvSpPr>
      <dsp:spPr>
        <a:xfrm>
          <a:off x="399016" y="569181"/>
          <a:ext cx="126484" cy="1264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A14BF-2385-4C16-B6FC-EB690A5BBA69}">
      <dsp:nvSpPr>
        <dsp:cNvPr id="0" name=""/>
        <dsp:cNvSpPr/>
      </dsp:nvSpPr>
      <dsp:spPr>
        <a:xfrm>
          <a:off x="968848" y="758908"/>
          <a:ext cx="921072" cy="50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Analys data </a:t>
          </a:r>
        </a:p>
      </dsp:txBody>
      <dsp:txXfrm>
        <a:off x="968848" y="758908"/>
        <a:ext cx="921072" cy="505938"/>
      </dsp:txXfrm>
    </dsp:sp>
    <dsp:sp modelId="{4457F846-7E66-4ABD-B6B9-09A4D0F9373D}">
      <dsp:nvSpPr>
        <dsp:cNvPr id="0" name=""/>
        <dsp:cNvSpPr/>
      </dsp:nvSpPr>
      <dsp:spPr>
        <a:xfrm>
          <a:off x="1366142" y="569181"/>
          <a:ext cx="126484" cy="1264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D7BFE-3AF8-4C5F-B07A-05055933A233}">
      <dsp:nvSpPr>
        <dsp:cNvPr id="0" name=""/>
        <dsp:cNvSpPr/>
      </dsp:nvSpPr>
      <dsp:spPr>
        <a:xfrm>
          <a:off x="2845745" y="758908"/>
          <a:ext cx="921072" cy="50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b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Perform EDA</a:t>
          </a:r>
        </a:p>
      </dsp:txBody>
      <dsp:txXfrm>
        <a:off x="2845745" y="758908"/>
        <a:ext cx="921072" cy="505938"/>
      </dsp:txXfrm>
    </dsp:sp>
    <dsp:sp modelId="{D6C54DAA-24AD-43B7-847A-B5242B33BDDE}">
      <dsp:nvSpPr>
        <dsp:cNvPr id="0" name=""/>
        <dsp:cNvSpPr/>
      </dsp:nvSpPr>
      <dsp:spPr>
        <a:xfrm>
          <a:off x="2333268" y="569181"/>
          <a:ext cx="126484" cy="1264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C49AE1-0ED7-4820-81ED-61EA70EAB098}">
      <dsp:nvSpPr>
        <dsp:cNvPr id="0" name=""/>
        <dsp:cNvSpPr/>
      </dsp:nvSpPr>
      <dsp:spPr>
        <a:xfrm>
          <a:off x="3814547" y="0"/>
          <a:ext cx="921072" cy="50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Create dashboard</a:t>
          </a:r>
        </a:p>
      </dsp:txBody>
      <dsp:txXfrm>
        <a:off x="3814547" y="0"/>
        <a:ext cx="921072" cy="505938"/>
      </dsp:txXfrm>
    </dsp:sp>
    <dsp:sp modelId="{256C1CCF-8917-4FE7-BAB6-BF32E85D52E9}">
      <dsp:nvSpPr>
        <dsp:cNvPr id="0" name=""/>
        <dsp:cNvSpPr/>
      </dsp:nvSpPr>
      <dsp:spPr>
        <a:xfrm>
          <a:off x="3300394" y="569181"/>
          <a:ext cx="126484" cy="1264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CAFA7C-8902-4087-872B-95B1EB5C79FD}">
      <dsp:nvSpPr>
        <dsp:cNvPr id="0" name=""/>
        <dsp:cNvSpPr/>
      </dsp:nvSpPr>
      <dsp:spPr>
        <a:xfrm>
          <a:off x="1924672" y="0"/>
          <a:ext cx="1131647" cy="50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b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Create New Columns</a:t>
          </a:r>
        </a:p>
      </dsp:txBody>
      <dsp:txXfrm>
        <a:off x="1924672" y="0"/>
        <a:ext cx="1131647" cy="505938"/>
      </dsp:txXfrm>
    </dsp:sp>
    <dsp:sp modelId="{3ACF9A6C-BD20-442D-B031-02AA42049741}">
      <dsp:nvSpPr>
        <dsp:cNvPr id="0" name=""/>
        <dsp:cNvSpPr/>
      </dsp:nvSpPr>
      <dsp:spPr>
        <a:xfrm>
          <a:off x="4372807" y="569181"/>
          <a:ext cx="126484" cy="1264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8BFAED-09CA-4431-8DFB-D92C7ED7B360}">
      <dsp:nvSpPr>
        <dsp:cNvPr id="0" name=""/>
        <dsp:cNvSpPr/>
      </dsp:nvSpPr>
      <dsp:spPr>
        <a:xfrm>
          <a:off x="0" y="379454"/>
          <a:ext cx="5559551" cy="505938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50CA4E-FB7B-47E9-A45F-F9299D2DB918}">
      <dsp:nvSpPr>
        <dsp:cNvPr id="0" name=""/>
        <dsp:cNvSpPr/>
      </dsp:nvSpPr>
      <dsp:spPr>
        <a:xfrm>
          <a:off x="1722" y="0"/>
          <a:ext cx="921072" cy="50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b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Load data </a:t>
          </a:r>
        </a:p>
      </dsp:txBody>
      <dsp:txXfrm>
        <a:off x="1722" y="0"/>
        <a:ext cx="921072" cy="505938"/>
      </dsp:txXfrm>
    </dsp:sp>
    <dsp:sp modelId="{66334562-4755-461D-B174-9442D52C3FCC}">
      <dsp:nvSpPr>
        <dsp:cNvPr id="0" name=""/>
        <dsp:cNvSpPr/>
      </dsp:nvSpPr>
      <dsp:spPr>
        <a:xfrm>
          <a:off x="399016" y="569181"/>
          <a:ext cx="126484" cy="1264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A14BF-2385-4C16-B6FC-EB690A5BBA69}">
      <dsp:nvSpPr>
        <dsp:cNvPr id="0" name=""/>
        <dsp:cNvSpPr/>
      </dsp:nvSpPr>
      <dsp:spPr>
        <a:xfrm>
          <a:off x="968848" y="758908"/>
          <a:ext cx="921072" cy="50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Analys data </a:t>
          </a:r>
        </a:p>
      </dsp:txBody>
      <dsp:txXfrm>
        <a:off x="968848" y="758908"/>
        <a:ext cx="921072" cy="505938"/>
      </dsp:txXfrm>
    </dsp:sp>
    <dsp:sp modelId="{4457F846-7E66-4ABD-B6B9-09A4D0F9373D}">
      <dsp:nvSpPr>
        <dsp:cNvPr id="0" name=""/>
        <dsp:cNvSpPr/>
      </dsp:nvSpPr>
      <dsp:spPr>
        <a:xfrm>
          <a:off x="1366142" y="569181"/>
          <a:ext cx="126484" cy="1264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D7BFE-3AF8-4C5F-B07A-05055933A233}">
      <dsp:nvSpPr>
        <dsp:cNvPr id="0" name=""/>
        <dsp:cNvSpPr/>
      </dsp:nvSpPr>
      <dsp:spPr>
        <a:xfrm>
          <a:off x="2845745" y="758908"/>
          <a:ext cx="921072" cy="50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b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Perform EDA</a:t>
          </a:r>
        </a:p>
      </dsp:txBody>
      <dsp:txXfrm>
        <a:off x="2845745" y="758908"/>
        <a:ext cx="921072" cy="505938"/>
      </dsp:txXfrm>
    </dsp:sp>
    <dsp:sp modelId="{D6C54DAA-24AD-43B7-847A-B5242B33BDDE}">
      <dsp:nvSpPr>
        <dsp:cNvPr id="0" name=""/>
        <dsp:cNvSpPr/>
      </dsp:nvSpPr>
      <dsp:spPr>
        <a:xfrm>
          <a:off x="2333268" y="569181"/>
          <a:ext cx="126484" cy="1264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C49AE1-0ED7-4820-81ED-61EA70EAB098}">
      <dsp:nvSpPr>
        <dsp:cNvPr id="0" name=""/>
        <dsp:cNvSpPr/>
      </dsp:nvSpPr>
      <dsp:spPr>
        <a:xfrm>
          <a:off x="3814547" y="0"/>
          <a:ext cx="921072" cy="50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Create dashboard</a:t>
          </a:r>
        </a:p>
      </dsp:txBody>
      <dsp:txXfrm>
        <a:off x="3814547" y="0"/>
        <a:ext cx="921072" cy="505938"/>
      </dsp:txXfrm>
    </dsp:sp>
    <dsp:sp modelId="{256C1CCF-8917-4FE7-BAB6-BF32E85D52E9}">
      <dsp:nvSpPr>
        <dsp:cNvPr id="0" name=""/>
        <dsp:cNvSpPr/>
      </dsp:nvSpPr>
      <dsp:spPr>
        <a:xfrm>
          <a:off x="3300394" y="569181"/>
          <a:ext cx="126484" cy="1264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CAFA7C-8902-4087-872B-95B1EB5C79FD}">
      <dsp:nvSpPr>
        <dsp:cNvPr id="0" name=""/>
        <dsp:cNvSpPr/>
      </dsp:nvSpPr>
      <dsp:spPr>
        <a:xfrm>
          <a:off x="1924672" y="0"/>
          <a:ext cx="1131647" cy="50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b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Create New Columns</a:t>
          </a:r>
        </a:p>
      </dsp:txBody>
      <dsp:txXfrm>
        <a:off x="1924672" y="0"/>
        <a:ext cx="1131647" cy="505938"/>
      </dsp:txXfrm>
    </dsp:sp>
    <dsp:sp modelId="{3ACF9A6C-BD20-442D-B031-02AA42049741}">
      <dsp:nvSpPr>
        <dsp:cNvPr id="0" name=""/>
        <dsp:cNvSpPr/>
      </dsp:nvSpPr>
      <dsp:spPr>
        <a:xfrm>
          <a:off x="4372807" y="569181"/>
          <a:ext cx="126484" cy="1264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8BFAED-09CA-4431-8DFB-D92C7ED7B360}">
      <dsp:nvSpPr>
        <dsp:cNvPr id="0" name=""/>
        <dsp:cNvSpPr/>
      </dsp:nvSpPr>
      <dsp:spPr>
        <a:xfrm>
          <a:off x="0" y="379454"/>
          <a:ext cx="5559551" cy="505938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50CA4E-FB7B-47E9-A45F-F9299D2DB918}">
      <dsp:nvSpPr>
        <dsp:cNvPr id="0" name=""/>
        <dsp:cNvSpPr/>
      </dsp:nvSpPr>
      <dsp:spPr>
        <a:xfrm>
          <a:off x="1722" y="0"/>
          <a:ext cx="921072" cy="50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b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Load data </a:t>
          </a:r>
        </a:p>
      </dsp:txBody>
      <dsp:txXfrm>
        <a:off x="1722" y="0"/>
        <a:ext cx="921072" cy="505938"/>
      </dsp:txXfrm>
    </dsp:sp>
    <dsp:sp modelId="{66334562-4755-461D-B174-9442D52C3FCC}">
      <dsp:nvSpPr>
        <dsp:cNvPr id="0" name=""/>
        <dsp:cNvSpPr/>
      </dsp:nvSpPr>
      <dsp:spPr>
        <a:xfrm>
          <a:off x="399016" y="569181"/>
          <a:ext cx="126484" cy="1264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A14BF-2385-4C16-B6FC-EB690A5BBA69}">
      <dsp:nvSpPr>
        <dsp:cNvPr id="0" name=""/>
        <dsp:cNvSpPr/>
      </dsp:nvSpPr>
      <dsp:spPr>
        <a:xfrm>
          <a:off x="968848" y="758908"/>
          <a:ext cx="921072" cy="50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Analys data </a:t>
          </a:r>
        </a:p>
      </dsp:txBody>
      <dsp:txXfrm>
        <a:off x="968848" y="758908"/>
        <a:ext cx="921072" cy="505938"/>
      </dsp:txXfrm>
    </dsp:sp>
    <dsp:sp modelId="{4457F846-7E66-4ABD-B6B9-09A4D0F9373D}">
      <dsp:nvSpPr>
        <dsp:cNvPr id="0" name=""/>
        <dsp:cNvSpPr/>
      </dsp:nvSpPr>
      <dsp:spPr>
        <a:xfrm>
          <a:off x="1366142" y="569181"/>
          <a:ext cx="126484" cy="1264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D7BFE-3AF8-4C5F-B07A-05055933A233}">
      <dsp:nvSpPr>
        <dsp:cNvPr id="0" name=""/>
        <dsp:cNvSpPr/>
      </dsp:nvSpPr>
      <dsp:spPr>
        <a:xfrm>
          <a:off x="2845745" y="758908"/>
          <a:ext cx="921072" cy="50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b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Perform EDA</a:t>
          </a:r>
        </a:p>
      </dsp:txBody>
      <dsp:txXfrm>
        <a:off x="2845745" y="758908"/>
        <a:ext cx="921072" cy="505938"/>
      </dsp:txXfrm>
    </dsp:sp>
    <dsp:sp modelId="{D6C54DAA-24AD-43B7-847A-B5242B33BDDE}">
      <dsp:nvSpPr>
        <dsp:cNvPr id="0" name=""/>
        <dsp:cNvSpPr/>
      </dsp:nvSpPr>
      <dsp:spPr>
        <a:xfrm>
          <a:off x="2333268" y="569181"/>
          <a:ext cx="126484" cy="1264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C49AE1-0ED7-4820-81ED-61EA70EAB098}">
      <dsp:nvSpPr>
        <dsp:cNvPr id="0" name=""/>
        <dsp:cNvSpPr/>
      </dsp:nvSpPr>
      <dsp:spPr>
        <a:xfrm>
          <a:off x="3814547" y="0"/>
          <a:ext cx="921072" cy="50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Create dashboard</a:t>
          </a:r>
        </a:p>
      </dsp:txBody>
      <dsp:txXfrm>
        <a:off x="3814547" y="0"/>
        <a:ext cx="921072" cy="505938"/>
      </dsp:txXfrm>
    </dsp:sp>
    <dsp:sp modelId="{256C1CCF-8917-4FE7-BAB6-BF32E85D52E9}">
      <dsp:nvSpPr>
        <dsp:cNvPr id="0" name=""/>
        <dsp:cNvSpPr/>
      </dsp:nvSpPr>
      <dsp:spPr>
        <a:xfrm>
          <a:off x="3300394" y="569181"/>
          <a:ext cx="126484" cy="1264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CAFA7C-8902-4087-872B-95B1EB5C79FD}">
      <dsp:nvSpPr>
        <dsp:cNvPr id="0" name=""/>
        <dsp:cNvSpPr/>
      </dsp:nvSpPr>
      <dsp:spPr>
        <a:xfrm>
          <a:off x="1924672" y="0"/>
          <a:ext cx="1131647" cy="50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b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Create New Columns</a:t>
          </a:r>
        </a:p>
      </dsp:txBody>
      <dsp:txXfrm>
        <a:off x="1924672" y="0"/>
        <a:ext cx="1131647" cy="505938"/>
      </dsp:txXfrm>
    </dsp:sp>
    <dsp:sp modelId="{3ACF9A6C-BD20-442D-B031-02AA42049741}">
      <dsp:nvSpPr>
        <dsp:cNvPr id="0" name=""/>
        <dsp:cNvSpPr/>
      </dsp:nvSpPr>
      <dsp:spPr>
        <a:xfrm>
          <a:off x="4372807" y="569181"/>
          <a:ext cx="126484" cy="1264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77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4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87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97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32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14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03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893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85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07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4331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16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8950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97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569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08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967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711119" cy="1280890"/>
          </a:xfrm>
        </p:spPr>
        <p:txBody>
          <a:bodyPr>
            <a:noAutofit/>
          </a:bodyPr>
          <a:lstStyle/>
          <a:p>
            <a:r>
              <a:rPr sz="4000" dirty="0" err="1"/>
              <a:t>Biztech</a:t>
            </a:r>
            <a:r>
              <a:rPr sz="4000" dirty="0"/>
              <a:t> Solutions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4767" y="2450784"/>
            <a:ext cx="6591985" cy="3777622"/>
          </a:xfrm>
        </p:spPr>
        <p:txBody>
          <a:bodyPr>
            <a:normAutofit/>
          </a:bodyPr>
          <a:lstStyle/>
          <a:p>
            <a:r>
              <a:rPr lang="en-IN" sz="2400" dirty="0"/>
              <a:t>Student Name: </a:t>
            </a:r>
            <a:r>
              <a:rPr sz="2400" dirty="0"/>
              <a:t>Kushal </a:t>
            </a:r>
            <a:r>
              <a:rPr lang="en-IN" sz="2400" dirty="0"/>
              <a:t>Navin </a:t>
            </a:r>
            <a:r>
              <a:rPr sz="2400" dirty="0" err="1"/>
              <a:t>Bhoir</a:t>
            </a:r>
            <a:endParaRPr sz="2400" dirty="0"/>
          </a:p>
          <a:p>
            <a:r>
              <a:rPr lang="en-IN" sz="2400" dirty="0"/>
              <a:t>Course Name: Data Analytics </a:t>
            </a:r>
          </a:p>
          <a:p>
            <a:r>
              <a:rPr sz="2400" dirty="0"/>
              <a:t>Duration: 1 Month</a:t>
            </a:r>
          </a:p>
          <a:p>
            <a:r>
              <a:rPr sz="2400" dirty="0"/>
              <a:t>Date</a:t>
            </a:r>
            <a:r>
              <a:rPr lang="en-IN" sz="2400" dirty="0"/>
              <a:t>: 16 Feb 2026</a:t>
            </a:r>
            <a:endParaRPr sz="24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697" y="2339788"/>
            <a:ext cx="6591985" cy="3777622"/>
          </a:xfrm>
        </p:spPr>
        <p:txBody>
          <a:bodyPr>
            <a:normAutofit/>
          </a:bodyPr>
          <a:lstStyle/>
          <a:p>
            <a:r>
              <a:rPr sz="2000" dirty="0"/>
              <a:t>Worked on real-world </a:t>
            </a:r>
            <a:r>
              <a:rPr lang="en-IN" sz="2000" dirty="0"/>
              <a:t>and </a:t>
            </a:r>
            <a:r>
              <a:rPr lang="en-US" sz="2000" dirty="0"/>
              <a:t>gain real-world experience, improve your skills, and build your career foundation.</a:t>
            </a:r>
            <a:endParaRPr sz="2000" dirty="0"/>
          </a:p>
          <a:p>
            <a:r>
              <a:rPr sz="2000" dirty="0"/>
              <a:t>Objective: Data cleaning, analysis</a:t>
            </a:r>
            <a:r>
              <a:rPr lang="en-IN" sz="2000" dirty="0"/>
              <a:t>, Create new calculated column, EDA,</a:t>
            </a:r>
            <a:r>
              <a:rPr sz="2000" dirty="0"/>
              <a:t> </a:t>
            </a:r>
            <a:r>
              <a:rPr lang="en-IN" sz="2000" dirty="0"/>
              <a:t>create dashboard for </a:t>
            </a:r>
            <a:r>
              <a:rPr sz="2000" dirty="0"/>
              <a:t>visualization</a:t>
            </a:r>
            <a:r>
              <a:rPr lang="en-IN" sz="2000" dirty="0"/>
              <a:t> and Get some insights.</a:t>
            </a:r>
            <a:endParaRPr sz="2000" dirty="0"/>
          </a:p>
          <a:p>
            <a:r>
              <a:rPr sz="2000" dirty="0"/>
              <a:t>Learned Python,</a:t>
            </a:r>
            <a:r>
              <a:rPr lang="en-IN" sz="2000" dirty="0"/>
              <a:t> Data cleaning,</a:t>
            </a:r>
            <a:r>
              <a:rPr sz="2000" dirty="0"/>
              <a:t> EDA, Power BI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73696"/>
            <a:ext cx="3504623" cy="570706"/>
          </a:xfrm>
        </p:spPr>
        <p:txBody>
          <a:bodyPr>
            <a:normAutofit/>
          </a:bodyPr>
          <a:lstStyle/>
          <a:p>
            <a:r>
              <a:rPr sz="2400" dirty="0"/>
              <a:t>Project </a:t>
            </a:r>
            <a:r>
              <a:rPr lang="en-IN" sz="2400" dirty="0"/>
              <a:t>1</a:t>
            </a:r>
            <a:r>
              <a:rPr sz="2400" dirty="0"/>
              <a:t>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5201" y="2694432"/>
            <a:ext cx="6591985" cy="3033910"/>
          </a:xfrm>
        </p:spPr>
        <p:txBody>
          <a:bodyPr>
            <a:normAutofit/>
          </a:bodyPr>
          <a:lstStyle/>
          <a:p>
            <a:r>
              <a:rPr lang="en-IN" sz="2000" dirty="0"/>
              <a:t>Purpose of Project: </a:t>
            </a:r>
            <a:r>
              <a:rPr lang="en-US" sz="2000" dirty="0"/>
              <a:t>Analyze global economic data using tools like Python and Power BI to identify meaningful patterns, trends, and insights that support data-driven decision-making.</a:t>
            </a:r>
            <a:endParaRPr sz="2000" dirty="0"/>
          </a:p>
          <a:p>
            <a:r>
              <a:rPr sz="2000" dirty="0"/>
              <a:t>Tools: </a:t>
            </a:r>
            <a:r>
              <a:rPr lang="en-IN" sz="2000" dirty="0"/>
              <a:t>Python, Pandas, seaborn, matplotlib, Power BI</a:t>
            </a:r>
            <a:endParaRPr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EB18B5-0461-4956-51EF-B95185381FF8}"/>
              </a:ext>
            </a:extLst>
          </p:cNvPr>
          <p:cNvSpPr txBox="1"/>
          <p:nvPr/>
        </p:nvSpPr>
        <p:spPr>
          <a:xfrm>
            <a:off x="2840735" y="1602123"/>
            <a:ext cx="45165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Finance Analysis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7285" y="107275"/>
            <a:ext cx="2970961" cy="509007"/>
          </a:xfrm>
        </p:spPr>
        <p:txBody>
          <a:bodyPr>
            <a:normAutofit/>
          </a:bodyPr>
          <a:lstStyle/>
          <a:p>
            <a:r>
              <a:rPr sz="2400" dirty="0"/>
              <a:t>Project </a:t>
            </a:r>
            <a:r>
              <a:rPr lang="en-IN" sz="2400" dirty="0"/>
              <a:t>1</a:t>
            </a:r>
            <a:r>
              <a:rPr sz="2400" dirty="0"/>
              <a:t> (Working)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3687" y="1423802"/>
            <a:ext cx="6591985" cy="392071"/>
          </a:xfrm>
        </p:spPr>
        <p:txBody>
          <a:bodyPr>
            <a:noAutofit/>
          </a:bodyPr>
          <a:lstStyle/>
          <a:p>
            <a:r>
              <a:rPr lang="en-IN" sz="2000" dirty="0"/>
              <a:t>Steps of Project: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EF81AD-0EFA-A73C-8FED-0C29F83E6F1C}"/>
              </a:ext>
            </a:extLst>
          </p:cNvPr>
          <p:cNvSpPr txBox="1"/>
          <p:nvPr/>
        </p:nvSpPr>
        <p:spPr>
          <a:xfrm>
            <a:off x="2559353" y="607631"/>
            <a:ext cx="45165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Finance Analysis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6FF421D-AB03-64D1-5B45-5FA290BD91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1524418"/>
              </p:ext>
            </p:extLst>
          </p:nvPr>
        </p:nvGraphicFramePr>
        <p:xfrm>
          <a:off x="2109575" y="1779139"/>
          <a:ext cx="5559552" cy="1264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8EB282-1AF3-8D6B-7BB9-9497EB6DF36A}"/>
              </a:ext>
            </a:extLst>
          </p:cNvPr>
          <p:cNvSpPr txBox="1">
            <a:spLocks/>
          </p:cNvSpPr>
          <p:nvPr/>
        </p:nvSpPr>
        <p:spPr>
          <a:xfrm>
            <a:off x="1763686" y="3037450"/>
            <a:ext cx="6591985" cy="2368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/>
              <a:t>Features: </a:t>
            </a:r>
            <a:r>
              <a:rPr lang="en-US" sz="2000" dirty="0"/>
              <a:t>Performed data cleaning, feature engineering, EDA, and built an interactive Power BI dashboard with KPIs and insights for economic analysis.</a:t>
            </a:r>
            <a:endParaRPr lang="en-IN" sz="2000" dirty="0"/>
          </a:p>
          <a:p>
            <a:r>
              <a:rPr lang="en-IN" sz="2000" dirty="0"/>
              <a:t>Output: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DBCCD6-75BE-0367-4CA4-DB52051D8E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668" y="4063265"/>
            <a:ext cx="4908004" cy="273538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780790"/>
            <a:ext cx="3419279" cy="534130"/>
          </a:xfrm>
        </p:spPr>
        <p:txBody>
          <a:bodyPr>
            <a:normAutofit/>
          </a:bodyPr>
          <a:lstStyle/>
          <a:p>
            <a:r>
              <a:rPr sz="2400" dirty="0"/>
              <a:t>Project 2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5201" y="2492844"/>
            <a:ext cx="6591985" cy="3777622"/>
          </a:xfrm>
        </p:spPr>
        <p:txBody>
          <a:bodyPr>
            <a:normAutofit/>
          </a:bodyPr>
          <a:lstStyle/>
          <a:p>
            <a:r>
              <a:rPr lang="en-IN" sz="2000" dirty="0"/>
              <a:t>Purpose: </a:t>
            </a:r>
            <a:r>
              <a:rPr lang="en-US" sz="2000" dirty="0"/>
              <a:t>Analyze cab trip data to extract meaningful insights that help improve business decisions and customer experience.</a:t>
            </a:r>
            <a:endParaRPr sz="2000" dirty="0"/>
          </a:p>
          <a:p>
            <a:r>
              <a:rPr sz="2000" dirty="0"/>
              <a:t>Tools: </a:t>
            </a:r>
            <a:r>
              <a:rPr lang="en-IN" sz="2000" dirty="0"/>
              <a:t>Python, Pandas, seaborn, matplotlib, Power BI</a:t>
            </a:r>
            <a:endParaRPr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1913F5-6A34-EE21-BC22-8E21222D5065}"/>
              </a:ext>
            </a:extLst>
          </p:cNvPr>
          <p:cNvSpPr txBox="1"/>
          <p:nvPr/>
        </p:nvSpPr>
        <p:spPr>
          <a:xfrm>
            <a:off x="3246408" y="1471599"/>
            <a:ext cx="3264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Taxi Analysis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1360" y="168012"/>
            <a:ext cx="3090095" cy="546322"/>
          </a:xfrm>
        </p:spPr>
        <p:txBody>
          <a:bodyPr>
            <a:normAutofit/>
          </a:bodyPr>
          <a:lstStyle/>
          <a:p>
            <a:r>
              <a:rPr sz="2400" dirty="0"/>
              <a:t>Project 2 (Working)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4552E-2E12-EB5C-CDA9-60B35E81AAC1}"/>
              </a:ext>
            </a:extLst>
          </p:cNvPr>
          <p:cNvSpPr txBox="1"/>
          <p:nvPr/>
        </p:nvSpPr>
        <p:spPr>
          <a:xfrm>
            <a:off x="3102973" y="718722"/>
            <a:ext cx="3239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Taxi Analysis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D33F70-1C1A-5D1D-604F-ED56D4570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5201" y="1459908"/>
            <a:ext cx="6591985" cy="392071"/>
          </a:xfrm>
        </p:spPr>
        <p:txBody>
          <a:bodyPr/>
          <a:lstStyle/>
          <a:p>
            <a:r>
              <a:rPr lang="en-IN" dirty="0"/>
              <a:t>Steps of Project: 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B7F06FBB-119C-59D0-EE36-5A0B775768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3830660"/>
              </p:ext>
            </p:extLst>
          </p:nvPr>
        </p:nvGraphicFramePr>
        <p:xfrm>
          <a:off x="2279904" y="1800955"/>
          <a:ext cx="5559552" cy="1264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F758E6B-FFED-D90C-0738-FB311FAC9680}"/>
              </a:ext>
            </a:extLst>
          </p:cNvPr>
          <p:cNvSpPr txBox="1">
            <a:spLocks/>
          </p:cNvSpPr>
          <p:nvPr/>
        </p:nvSpPr>
        <p:spPr>
          <a:xfrm>
            <a:off x="1701360" y="3029723"/>
            <a:ext cx="6591985" cy="2368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/>
              <a:t>Features: </a:t>
            </a:r>
            <a:r>
              <a:rPr lang="en-US" sz="2000" dirty="0"/>
              <a:t>Performed data cleaning, feature engineering, EDA, and built an interactive Power BI dashboard to generate actionable insights from taxi data.</a:t>
            </a:r>
            <a:endParaRPr lang="en-IN" sz="2000" dirty="0"/>
          </a:p>
          <a:p>
            <a:r>
              <a:rPr lang="en-IN" sz="2000" dirty="0"/>
              <a:t>Output: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45300D-12E7-294E-BCE2-C970575EAA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2047" y="4007112"/>
            <a:ext cx="4956853" cy="275227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716522"/>
            <a:ext cx="3236399" cy="534130"/>
          </a:xfrm>
        </p:spPr>
        <p:txBody>
          <a:bodyPr>
            <a:noAutofit/>
          </a:bodyPr>
          <a:lstStyle/>
          <a:p>
            <a:r>
              <a:rPr sz="2400" dirty="0"/>
              <a:t>Project </a:t>
            </a:r>
            <a:r>
              <a:rPr lang="en-IN" sz="2400" dirty="0"/>
              <a:t>3</a:t>
            </a:r>
            <a:r>
              <a:rPr sz="2400" dirty="0"/>
              <a:t> </a:t>
            </a:r>
            <a:r>
              <a:rPr lang="en-IN" sz="2400" dirty="0"/>
              <a:t>(Overview)</a:t>
            </a:r>
            <a:br>
              <a:rPr lang="en-IN" sz="2400" dirty="0"/>
            </a:b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5201" y="2868898"/>
            <a:ext cx="6591985" cy="2645664"/>
          </a:xfrm>
        </p:spPr>
        <p:txBody>
          <a:bodyPr>
            <a:normAutofit/>
          </a:bodyPr>
          <a:lstStyle/>
          <a:p>
            <a:r>
              <a:rPr lang="en-IN" sz="2000" dirty="0"/>
              <a:t>Purpose of Project: </a:t>
            </a:r>
            <a:r>
              <a:rPr lang="en-US" sz="2000" dirty="0"/>
              <a:t>Analyze airline flight data to identify patterns in flight delays, airline performance, and airport operations using data analysis techniques.</a:t>
            </a:r>
            <a:endParaRPr sz="2000" dirty="0"/>
          </a:p>
          <a:p>
            <a:r>
              <a:rPr sz="2000" dirty="0"/>
              <a:t>Tools: Python,</a:t>
            </a:r>
            <a:r>
              <a:rPr lang="en-IN" sz="2000" dirty="0"/>
              <a:t> Pandas, seaborn, matplotlib,</a:t>
            </a:r>
            <a:r>
              <a:rPr sz="2000" dirty="0"/>
              <a:t> Power BI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BC2C6D-A17C-B7A6-A2BC-5EC3404B6272}"/>
              </a:ext>
            </a:extLst>
          </p:cNvPr>
          <p:cNvSpPr txBox="1"/>
          <p:nvPr/>
        </p:nvSpPr>
        <p:spPr>
          <a:xfrm>
            <a:off x="2950464" y="1554105"/>
            <a:ext cx="3803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Airline Analysis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6336" y="185696"/>
            <a:ext cx="2931599" cy="558514"/>
          </a:xfrm>
        </p:spPr>
        <p:txBody>
          <a:bodyPr>
            <a:normAutofit fontScale="90000"/>
          </a:bodyPr>
          <a:lstStyle/>
          <a:p>
            <a:r>
              <a:rPr sz="2400" dirty="0"/>
              <a:t>Project </a:t>
            </a:r>
            <a:r>
              <a:rPr lang="en-IN" sz="2400" dirty="0"/>
              <a:t>3</a:t>
            </a:r>
            <a:r>
              <a:rPr sz="2400" dirty="0"/>
              <a:t> (Working)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5FE87-D000-2848-E8B7-2F5B26730FA9}"/>
              </a:ext>
            </a:extLst>
          </p:cNvPr>
          <p:cNvSpPr txBox="1"/>
          <p:nvPr/>
        </p:nvSpPr>
        <p:spPr>
          <a:xfrm>
            <a:off x="2854115" y="707694"/>
            <a:ext cx="3803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Airline Analysis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7358A33-6F06-8669-95E8-882213F54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2765" y="1475948"/>
            <a:ext cx="6591985" cy="392071"/>
          </a:xfrm>
        </p:spPr>
        <p:txBody>
          <a:bodyPr/>
          <a:lstStyle/>
          <a:p>
            <a:r>
              <a:rPr lang="en-IN" dirty="0"/>
              <a:t>Steps of Project: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C4FCAFA-61FD-3EA5-8231-9D2F8B0A1B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4555454"/>
              </p:ext>
            </p:extLst>
          </p:nvPr>
        </p:nvGraphicFramePr>
        <p:xfrm>
          <a:off x="2279904" y="1794099"/>
          <a:ext cx="5559552" cy="1264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B5B9BB-FCAA-6CB4-87A1-34EFD609F53B}"/>
              </a:ext>
            </a:extLst>
          </p:cNvPr>
          <p:cNvSpPr txBox="1">
            <a:spLocks/>
          </p:cNvSpPr>
          <p:nvPr/>
        </p:nvSpPr>
        <p:spPr>
          <a:xfrm>
            <a:off x="1852765" y="3013683"/>
            <a:ext cx="6591985" cy="2368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/>
              <a:t>Features: </a:t>
            </a:r>
            <a:r>
              <a:rPr lang="en-US" sz="2000" dirty="0"/>
              <a:t>Performed data cleaning, feature engineering, EDA, and built an interactive Power BI dashboard to analyze airline delays and performance.</a:t>
            </a:r>
            <a:endParaRPr lang="en-IN" sz="2000" dirty="0"/>
          </a:p>
          <a:p>
            <a:r>
              <a:rPr lang="en-IN" sz="2000" dirty="0"/>
              <a:t>Output:</a:t>
            </a:r>
          </a:p>
          <a:p>
            <a:endParaRPr lang="en-I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7FC12C-B958-D5BE-18A2-91567CD72D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9815" y="4023729"/>
            <a:ext cx="4928679" cy="275375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6227" y="1580023"/>
            <a:ext cx="3501837" cy="765778"/>
          </a:xfrm>
        </p:spPr>
        <p:txBody>
          <a:bodyPr>
            <a:normAutofit/>
          </a:bodyPr>
          <a:lstStyle/>
          <a:p>
            <a:r>
              <a:rPr sz="4000" dirty="0"/>
              <a:t>Skills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4166" y="2871807"/>
            <a:ext cx="6591985" cy="3777622"/>
          </a:xfrm>
        </p:spPr>
        <p:txBody>
          <a:bodyPr>
            <a:normAutofit/>
          </a:bodyPr>
          <a:lstStyle/>
          <a:p>
            <a:r>
              <a:rPr sz="2000" dirty="0"/>
              <a:t>Technical: </a:t>
            </a:r>
            <a:r>
              <a:rPr lang="en-IN" sz="2000" dirty="0"/>
              <a:t>Excel, </a:t>
            </a:r>
            <a:r>
              <a:rPr sz="2000" dirty="0"/>
              <a:t>Python, Pandas,</a:t>
            </a:r>
            <a:r>
              <a:rPr lang="en-IN" sz="2000" dirty="0"/>
              <a:t> </a:t>
            </a:r>
            <a:r>
              <a:rPr lang="en-IN" sz="2000" dirty="0" err="1"/>
              <a:t>Numpy</a:t>
            </a:r>
            <a:r>
              <a:rPr lang="en-IN" sz="2000" dirty="0"/>
              <a:t>, seaborn, matplotlib,</a:t>
            </a:r>
            <a:r>
              <a:rPr sz="2000" dirty="0"/>
              <a:t> Power BI, EDA</a:t>
            </a:r>
          </a:p>
          <a:p>
            <a:r>
              <a:rPr sz="2000" dirty="0"/>
              <a:t>Soft Skills: Communication, Problem Solving</a:t>
            </a:r>
            <a:r>
              <a:rPr lang="en-IN" sz="2000" dirty="0"/>
              <a:t>, presentation</a:t>
            </a:r>
            <a:endParaRPr sz="200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5089" y="1288491"/>
            <a:ext cx="3151055" cy="826738"/>
          </a:xfrm>
        </p:spPr>
        <p:txBody>
          <a:bodyPr>
            <a:normAutofit/>
          </a:bodyPr>
          <a:lstStyle/>
          <a:p>
            <a:r>
              <a:rPr sz="40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9662" y="2608730"/>
            <a:ext cx="6591985" cy="3777622"/>
          </a:xfrm>
        </p:spPr>
        <p:txBody>
          <a:bodyPr>
            <a:normAutofit/>
          </a:bodyPr>
          <a:lstStyle/>
          <a:p>
            <a:r>
              <a:rPr lang="en-IN" sz="2000" dirty="0"/>
              <a:t>Internship Experience: </a:t>
            </a:r>
            <a:r>
              <a:rPr sz="2000" dirty="0"/>
              <a:t>Gained hands-on experience in</a:t>
            </a:r>
            <a:r>
              <a:rPr lang="en-IN" sz="2000" dirty="0"/>
              <a:t> </a:t>
            </a:r>
            <a:r>
              <a:rPr sz="2000" dirty="0"/>
              <a:t> data analysis</a:t>
            </a:r>
          </a:p>
          <a:p>
            <a:r>
              <a:rPr lang="en-IN" sz="2000" dirty="0"/>
              <a:t>What You Learned: </a:t>
            </a:r>
            <a:r>
              <a:rPr sz="2000" dirty="0"/>
              <a:t>Improved problem-solving skills</a:t>
            </a:r>
            <a:r>
              <a:rPr lang="en-IN" sz="2000" dirty="0"/>
              <a:t>,Understanding data, data cleaning, visualization</a:t>
            </a:r>
            <a:endParaRPr sz="2000" dirty="0"/>
          </a:p>
          <a:p>
            <a:r>
              <a:rPr lang="en-IN" sz="2000" dirty="0"/>
              <a:t>Future Benefits: </a:t>
            </a:r>
            <a:r>
              <a:rPr sz="2000" dirty="0"/>
              <a:t>Ready for real-world data analyst role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5160" y="2537641"/>
            <a:ext cx="3413760" cy="856853"/>
          </a:xfrm>
        </p:spPr>
        <p:txBody>
          <a:bodyPr>
            <a:noAutofit/>
          </a:bodyPr>
          <a:lstStyle/>
          <a:p>
            <a:r>
              <a:rPr sz="4400" dirty="0"/>
              <a:t>Thank You</a:t>
            </a:r>
            <a:r>
              <a:rPr lang="en-IN" sz="4400" dirty="0"/>
              <a:t>..</a:t>
            </a:r>
            <a:endParaRPr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92421-0AA6-EAFB-829A-8FFB3117371A}"/>
              </a:ext>
            </a:extLst>
          </p:cNvPr>
          <p:cNvSpPr txBox="1"/>
          <p:nvPr/>
        </p:nvSpPr>
        <p:spPr>
          <a:xfrm>
            <a:off x="4429032" y="3407534"/>
            <a:ext cx="3413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Kushal </a:t>
            </a:r>
            <a:r>
              <a:rPr lang="en-IN" sz="3600" dirty="0" err="1"/>
              <a:t>Bhoir</a:t>
            </a:r>
            <a:endParaRPr lang="en-IN" sz="36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112</TotalTime>
  <Words>424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Wisp</vt:lpstr>
      <vt:lpstr>Biztech Solutions Internship</vt:lpstr>
      <vt:lpstr>Introduction</vt:lpstr>
      <vt:lpstr>Project 1 (Overview)</vt:lpstr>
      <vt:lpstr>Project 1 (Working)</vt:lpstr>
      <vt:lpstr>Project 2 (Overview)</vt:lpstr>
      <vt:lpstr>Project 2 (Working)</vt:lpstr>
      <vt:lpstr>Project 3 (Overview) </vt:lpstr>
      <vt:lpstr>Project 3 (Working)</vt:lpstr>
      <vt:lpstr>Skills Learned</vt:lpstr>
      <vt:lpstr>Conclusion</vt:lpstr>
      <vt:lpstr>Thank You..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KUSHAL BHOIR</cp:lastModifiedBy>
  <cp:revision>5</cp:revision>
  <dcterms:created xsi:type="dcterms:W3CDTF">2013-01-27T09:14:16Z</dcterms:created>
  <dcterms:modified xsi:type="dcterms:W3CDTF">2026-03-18T15:57:22Z</dcterms:modified>
  <cp:category/>
</cp:coreProperties>
</file>